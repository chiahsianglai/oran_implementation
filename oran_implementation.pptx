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8"/>
  </p:notesMasterIdLst>
  <p:sldIdLst>
    <p:sldId id="314" r:id="rId5"/>
    <p:sldId id="328" r:id="rId6"/>
    <p:sldId id="286" r:id="rId7"/>
    <p:sldId id="321" r:id="rId8"/>
    <p:sldId id="275" r:id="rId9"/>
    <p:sldId id="276" r:id="rId10"/>
    <p:sldId id="300" r:id="rId11"/>
    <p:sldId id="306" r:id="rId12"/>
    <p:sldId id="307" r:id="rId13"/>
    <p:sldId id="305" r:id="rId14"/>
    <p:sldId id="301" r:id="rId15"/>
    <p:sldId id="302" r:id="rId16"/>
    <p:sldId id="303" r:id="rId17"/>
    <p:sldId id="309" r:id="rId18"/>
    <p:sldId id="310" r:id="rId19"/>
    <p:sldId id="311" r:id="rId20"/>
    <p:sldId id="327" r:id="rId21"/>
    <p:sldId id="278" r:id="rId22"/>
    <p:sldId id="279" r:id="rId23"/>
    <p:sldId id="280" r:id="rId24"/>
    <p:sldId id="292" r:id="rId25"/>
    <p:sldId id="281" r:id="rId26"/>
    <p:sldId id="291" r:id="rId27"/>
    <p:sldId id="282" r:id="rId28"/>
    <p:sldId id="294" r:id="rId29"/>
    <p:sldId id="295" r:id="rId30"/>
    <p:sldId id="296" r:id="rId31"/>
    <p:sldId id="297" r:id="rId32"/>
    <p:sldId id="315" r:id="rId33"/>
    <p:sldId id="316" r:id="rId34"/>
    <p:sldId id="317" r:id="rId35"/>
    <p:sldId id="324" r:id="rId36"/>
    <p:sldId id="284" r:id="rId3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3366FF"/>
    <a:srgbClr val="0066FF"/>
    <a:srgbClr val="31B3B9"/>
    <a:srgbClr val="99FFCC"/>
    <a:srgbClr val="289398"/>
    <a:srgbClr val="2E406C"/>
    <a:srgbClr val="D0EDB5"/>
    <a:srgbClr val="C2DFE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D7679F-459B-8743-9F3C-64DAF79235EA}" v="304" dt="2021-09-30T06:27:41.591"/>
    <p1510:client id="{720FCF8B-DFC0-104A-A210-FB92189B8E85}" v="21" dt="2021-09-30T08:05:16.4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61" autoAdjust="0"/>
    <p:restoredTop sz="77415" autoAdjust="0"/>
  </p:normalViewPr>
  <p:slideViewPr>
    <p:cSldViewPr>
      <p:cViewPr varScale="1">
        <p:scale>
          <a:sx n="94" d="100"/>
          <a:sy n="94" d="100"/>
        </p:scale>
        <p:origin x="1408" y="264"/>
      </p:cViewPr>
      <p:guideLst/>
    </p:cSldViewPr>
  </p:slideViewPr>
  <p:outlineViewPr>
    <p:cViewPr>
      <p:scale>
        <a:sx n="33" d="100"/>
        <a:sy n="33" d="100"/>
      </p:scale>
      <p:origin x="0" y="-1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林 芷歆" userId="45b96cb2-62ac-45c6-b1a7-2382a1a7c7fe" providerId="ADAL" clId="{720FCF8B-DFC0-104A-A210-FB92189B8E85}"/>
    <pc:docChg chg="undo redo custSel modSld modMainMaster">
      <pc:chgData name="林 芷歆" userId="45b96cb2-62ac-45c6-b1a7-2382a1a7c7fe" providerId="ADAL" clId="{720FCF8B-DFC0-104A-A210-FB92189B8E85}" dt="2021-09-30T08:05:16.473" v="43" actId="113"/>
      <pc:docMkLst>
        <pc:docMk/>
      </pc:docMkLst>
      <pc:sldChg chg="addSp delSp modSp">
        <pc:chgData name="林 芷歆" userId="45b96cb2-62ac-45c6-b1a7-2382a1a7c7fe" providerId="ADAL" clId="{720FCF8B-DFC0-104A-A210-FB92189B8E85}" dt="2021-09-30T08:02:26.601" v="9"/>
        <pc:sldMkLst>
          <pc:docMk/>
          <pc:sldMk cId="1331412300" sldId="257"/>
        </pc:sldMkLst>
        <pc:spChg chg="add del mod">
          <ac:chgData name="林 芷歆" userId="45b96cb2-62ac-45c6-b1a7-2382a1a7c7fe" providerId="ADAL" clId="{720FCF8B-DFC0-104A-A210-FB92189B8E85}" dt="2021-09-30T08:01:52.945" v="6"/>
          <ac:spMkLst>
            <pc:docMk/>
            <pc:sldMk cId="1331412300" sldId="257"/>
            <ac:spMk id="4" creationId="{8F55596B-3181-034A-AE16-ACADE580C08A}"/>
          </ac:spMkLst>
        </pc:spChg>
        <pc:spChg chg="add del mod">
          <ac:chgData name="林 芷歆" userId="45b96cb2-62ac-45c6-b1a7-2382a1a7c7fe" providerId="ADAL" clId="{720FCF8B-DFC0-104A-A210-FB92189B8E85}" dt="2021-09-30T08:02:15.029" v="8"/>
          <ac:spMkLst>
            <pc:docMk/>
            <pc:sldMk cId="1331412300" sldId="257"/>
            <ac:spMk id="5" creationId="{928C01FD-AB5D-C04D-A3E0-CF513BB4B5F9}"/>
          </ac:spMkLst>
        </pc:spChg>
        <pc:spChg chg="add mod">
          <ac:chgData name="林 芷歆" userId="45b96cb2-62ac-45c6-b1a7-2382a1a7c7fe" providerId="ADAL" clId="{720FCF8B-DFC0-104A-A210-FB92189B8E85}" dt="2021-09-30T08:02:26.601" v="9"/>
          <ac:spMkLst>
            <pc:docMk/>
            <pc:sldMk cId="1331412300" sldId="257"/>
            <ac:spMk id="6" creationId="{97A8F896-BDC7-0242-8D32-ADA2AA02E3A8}"/>
          </ac:spMkLst>
        </pc:spChg>
      </pc:sldChg>
      <pc:sldChg chg="addSp delSp modSp mod">
        <pc:chgData name="林 芷歆" userId="45b96cb2-62ac-45c6-b1a7-2382a1a7c7fe" providerId="ADAL" clId="{720FCF8B-DFC0-104A-A210-FB92189B8E85}" dt="2021-09-30T08:03:21.584" v="29" actId="122"/>
        <pc:sldMkLst>
          <pc:docMk/>
          <pc:sldMk cId="112152891" sldId="263"/>
        </pc:sldMkLst>
        <pc:spChg chg="mod">
          <ac:chgData name="林 芷歆" userId="45b96cb2-62ac-45c6-b1a7-2382a1a7c7fe" providerId="ADAL" clId="{720FCF8B-DFC0-104A-A210-FB92189B8E85}" dt="2021-09-30T08:03:21.584" v="29" actId="122"/>
          <ac:spMkLst>
            <pc:docMk/>
            <pc:sldMk cId="112152891" sldId="263"/>
            <ac:spMk id="5" creationId="{AB9CC2A3-E915-DB4F-B220-564AA301CAAC}"/>
          </ac:spMkLst>
        </pc:spChg>
        <pc:spChg chg="mod">
          <ac:chgData name="林 芷歆" userId="45b96cb2-62ac-45c6-b1a7-2382a1a7c7fe" providerId="ADAL" clId="{720FCF8B-DFC0-104A-A210-FB92189B8E85}" dt="2021-09-30T08:03:21.584" v="29" actId="122"/>
          <ac:spMkLst>
            <pc:docMk/>
            <pc:sldMk cId="112152891" sldId="263"/>
            <ac:spMk id="6" creationId="{865F0957-6952-8B46-A763-1327F47B0E14}"/>
          </ac:spMkLst>
        </pc:spChg>
        <pc:spChg chg="add del mod">
          <ac:chgData name="林 芷歆" userId="45b96cb2-62ac-45c6-b1a7-2382a1a7c7fe" providerId="ADAL" clId="{720FCF8B-DFC0-104A-A210-FB92189B8E85}" dt="2021-09-30T08:01:52.945" v="6"/>
          <ac:spMkLst>
            <pc:docMk/>
            <pc:sldMk cId="112152891" sldId="263"/>
            <ac:spMk id="7" creationId="{71FDEECB-93B2-0B48-B2A4-62085DFEC037}"/>
          </ac:spMkLst>
        </pc:spChg>
        <pc:spChg chg="add del mod">
          <ac:chgData name="林 芷歆" userId="45b96cb2-62ac-45c6-b1a7-2382a1a7c7fe" providerId="ADAL" clId="{720FCF8B-DFC0-104A-A210-FB92189B8E85}" dt="2021-09-30T08:02:15.029" v="8"/>
          <ac:spMkLst>
            <pc:docMk/>
            <pc:sldMk cId="112152891" sldId="263"/>
            <ac:spMk id="8" creationId="{DC46438F-2FE3-F64F-812A-C61349DF26A9}"/>
          </ac:spMkLst>
        </pc:spChg>
        <pc:spChg chg="add mod">
          <ac:chgData name="林 芷歆" userId="45b96cb2-62ac-45c6-b1a7-2382a1a7c7fe" providerId="ADAL" clId="{720FCF8B-DFC0-104A-A210-FB92189B8E85}" dt="2021-09-30T08:02:26.601" v="9"/>
          <ac:spMkLst>
            <pc:docMk/>
            <pc:sldMk cId="112152891" sldId="263"/>
            <ac:spMk id="9" creationId="{CBA7D84C-C631-AC41-9E81-DF8EE75478B1}"/>
          </ac:spMkLst>
        </pc:spChg>
      </pc:sldChg>
      <pc:sldChg chg="addSp delSp modSp">
        <pc:chgData name="林 芷歆" userId="45b96cb2-62ac-45c6-b1a7-2382a1a7c7fe" providerId="ADAL" clId="{720FCF8B-DFC0-104A-A210-FB92189B8E85}" dt="2021-09-30T08:02:26.601" v="9"/>
        <pc:sldMkLst>
          <pc:docMk/>
          <pc:sldMk cId="3830144216" sldId="264"/>
        </pc:sldMkLst>
        <pc:spChg chg="add del mod">
          <ac:chgData name="林 芷歆" userId="45b96cb2-62ac-45c6-b1a7-2382a1a7c7fe" providerId="ADAL" clId="{720FCF8B-DFC0-104A-A210-FB92189B8E85}" dt="2021-09-30T08:01:52.945" v="6"/>
          <ac:spMkLst>
            <pc:docMk/>
            <pc:sldMk cId="3830144216" sldId="264"/>
            <ac:spMk id="5" creationId="{0F0B6898-255B-AC49-8A26-BD4A839D34CB}"/>
          </ac:spMkLst>
        </pc:spChg>
        <pc:spChg chg="add del mod">
          <ac:chgData name="林 芷歆" userId="45b96cb2-62ac-45c6-b1a7-2382a1a7c7fe" providerId="ADAL" clId="{720FCF8B-DFC0-104A-A210-FB92189B8E85}" dt="2021-09-30T08:02:15.029" v="8"/>
          <ac:spMkLst>
            <pc:docMk/>
            <pc:sldMk cId="3830144216" sldId="264"/>
            <ac:spMk id="6" creationId="{870C1174-4F0C-F247-88FE-529C3BFC858B}"/>
          </ac:spMkLst>
        </pc:spChg>
        <pc:spChg chg="add mod">
          <ac:chgData name="林 芷歆" userId="45b96cb2-62ac-45c6-b1a7-2382a1a7c7fe" providerId="ADAL" clId="{720FCF8B-DFC0-104A-A210-FB92189B8E85}" dt="2021-09-30T08:02:26.601" v="9"/>
          <ac:spMkLst>
            <pc:docMk/>
            <pc:sldMk cId="3830144216" sldId="264"/>
            <ac:spMk id="7" creationId="{7DA74434-0F8E-4848-A6F1-401527CE4973}"/>
          </ac:spMkLst>
        </pc:spChg>
      </pc:sldChg>
      <pc:sldChg chg="addSp delSp modSp">
        <pc:chgData name="林 芷歆" userId="45b96cb2-62ac-45c6-b1a7-2382a1a7c7fe" providerId="ADAL" clId="{720FCF8B-DFC0-104A-A210-FB92189B8E85}" dt="2021-09-30T08:02:26.601" v="9"/>
        <pc:sldMkLst>
          <pc:docMk/>
          <pc:sldMk cId="1487903454" sldId="265"/>
        </pc:sldMkLst>
        <pc:spChg chg="add del mod">
          <ac:chgData name="林 芷歆" userId="45b96cb2-62ac-45c6-b1a7-2382a1a7c7fe" providerId="ADAL" clId="{720FCF8B-DFC0-104A-A210-FB92189B8E85}" dt="2021-09-30T08:01:52.945" v="6"/>
          <ac:spMkLst>
            <pc:docMk/>
            <pc:sldMk cId="1487903454" sldId="265"/>
            <ac:spMk id="6" creationId="{ADED967B-4876-2246-BD21-768590E9A97E}"/>
          </ac:spMkLst>
        </pc:spChg>
        <pc:spChg chg="add del mod">
          <ac:chgData name="林 芷歆" userId="45b96cb2-62ac-45c6-b1a7-2382a1a7c7fe" providerId="ADAL" clId="{720FCF8B-DFC0-104A-A210-FB92189B8E85}" dt="2021-09-30T08:02:15.029" v="8"/>
          <ac:spMkLst>
            <pc:docMk/>
            <pc:sldMk cId="1487903454" sldId="265"/>
            <ac:spMk id="7" creationId="{6F97A895-E92A-CD42-BD09-8843094E6855}"/>
          </ac:spMkLst>
        </pc:spChg>
        <pc:spChg chg="add mod">
          <ac:chgData name="林 芷歆" userId="45b96cb2-62ac-45c6-b1a7-2382a1a7c7fe" providerId="ADAL" clId="{720FCF8B-DFC0-104A-A210-FB92189B8E85}" dt="2021-09-30T08:02:26.601" v="9"/>
          <ac:spMkLst>
            <pc:docMk/>
            <pc:sldMk cId="1487903454" sldId="265"/>
            <ac:spMk id="8" creationId="{6EEE316E-B1B7-964B-9CF3-3BAB794C70DC}"/>
          </ac:spMkLst>
        </pc:spChg>
      </pc:sldChg>
      <pc:sldChg chg="addSp delSp modSp">
        <pc:chgData name="林 芷歆" userId="45b96cb2-62ac-45c6-b1a7-2382a1a7c7fe" providerId="ADAL" clId="{720FCF8B-DFC0-104A-A210-FB92189B8E85}" dt="2021-09-30T08:02:26.601" v="9"/>
        <pc:sldMkLst>
          <pc:docMk/>
          <pc:sldMk cId="196864533" sldId="266"/>
        </pc:sldMkLst>
        <pc:spChg chg="add del mod">
          <ac:chgData name="林 芷歆" userId="45b96cb2-62ac-45c6-b1a7-2382a1a7c7fe" providerId="ADAL" clId="{720FCF8B-DFC0-104A-A210-FB92189B8E85}" dt="2021-09-30T08:01:52.945" v="6"/>
          <ac:spMkLst>
            <pc:docMk/>
            <pc:sldMk cId="196864533" sldId="266"/>
            <ac:spMk id="5" creationId="{5770D9D1-713C-694C-9D67-DFF2C06DA8AF}"/>
          </ac:spMkLst>
        </pc:spChg>
        <pc:spChg chg="add del mod">
          <ac:chgData name="林 芷歆" userId="45b96cb2-62ac-45c6-b1a7-2382a1a7c7fe" providerId="ADAL" clId="{720FCF8B-DFC0-104A-A210-FB92189B8E85}" dt="2021-09-30T08:02:15.029" v="8"/>
          <ac:spMkLst>
            <pc:docMk/>
            <pc:sldMk cId="196864533" sldId="266"/>
            <ac:spMk id="6" creationId="{0E834825-0837-F441-B4F9-AF241E7C1377}"/>
          </ac:spMkLst>
        </pc:spChg>
        <pc:spChg chg="add mod">
          <ac:chgData name="林 芷歆" userId="45b96cb2-62ac-45c6-b1a7-2382a1a7c7fe" providerId="ADAL" clId="{720FCF8B-DFC0-104A-A210-FB92189B8E85}" dt="2021-09-30T08:02:26.601" v="9"/>
          <ac:spMkLst>
            <pc:docMk/>
            <pc:sldMk cId="196864533" sldId="266"/>
            <ac:spMk id="7" creationId="{59D0F78E-7F49-1447-819C-D6210AA178CA}"/>
          </ac:spMkLst>
        </pc:spChg>
      </pc:sldChg>
      <pc:sldChg chg="addSp delSp modSp">
        <pc:chgData name="林 芷歆" userId="45b96cb2-62ac-45c6-b1a7-2382a1a7c7fe" providerId="ADAL" clId="{720FCF8B-DFC0-104A-A210-FB92189B8E85}" dt="2021-09-30T08:02:26.601" v="9"/>
        <pc:sldMkLst>
          <pc:docMk/>
          <pc:sldMk cId="3030792561" sldId="267"/>
        </pc:sldMkLst>
        <pc:spChg chg="add del mod">
          <ac:chgData name="林 芷歆" userId="45b96cb2-62ac-45c6-b1a7-2382a1a7c7fe" providerId="ADAL" clId="{720FCF8B-DFC0-104A-A210-FB92189B8E85}" dt="2021-09-30T08:01:52.945" v="6"/>
          <ac:spMkLst>
            <pc:docMk/>
            <pc:sldMk cId="3030792561" sldId="267"/>
            <ac:spMk id="6" creationId="{71C9CE4C-A753-E24A-A36B-AFC8C99263EE}"/>
          </ac:spMkLst>
        </pc:spChg>
        <pc:spChg chg="add del mod">
          <ac:chgData name="林 芷歆" userId="45b96cb2-62ac-45c6-b1a7-2382a1a7c7fe" providerId="ADAL" clId="{720FCF8B-DFC0-104A-A210-FB92189B8E85}" dt="2021-09-30T08:02:15.029" v="8"/>
          <ac:spMkLst>
            <pc:docMk/>
            <pc:sldMk cId="3030792561" sldId="267"/>
            <ac:spMk id="7" creationId="{38503AE7-7094-B545-8AA3-DEA0F1403295}"/>
          </ac:spMkLst>
        </pc:spChg>
        <pc:spChg chg="add mod">
          <ac:chgData name="林 芷歆" userId="45b96cb2-62ac-45c6-b1a7-2382a1a7c7fe" providerId="ADAL" clId="{720FCF8B-DFC0-104A-A210-FB92189B8E85}" dt="2021-09-30T08:02:26.601" v="9"/>
          <ac:spMkLst>
            <pc:docMk/>
            <pc:sldMk cId="3030792561" sldId="267"/>
            <ac:spMk id="8" creationId="{A404A294-3166-844D-8E37-3E728DA4D339}"/>
          </ac:spMkLst>
        </pc:spChg>
      </pc:sldChg>
      <pc:sldChg chg="addSp delSp modSp">
        <pc:chgData name="林 芷歆" userId="45b96cb2-62ac-45c6-b1a7-2382a1a7c7fe" providerId="ADAL" clId="{720FCF8B-DFC0-104A-A210-FB92189B8E85}" dt="2021-09-30T08:02:26.601" v="9"/>
        <pc:sldMkLst>
          <pc:docMk/>
          <pc:sldMk cId="1617038128" sldId="268"/>
        </pc:sldMkLst>
        <pc:spChg chg="add del mod">
          <ac:chgData name="林 芷歆" userId="45b96cb2-62ac-45c6-b1a7-2382a1a7c7fe" providerId="ADAL" clId="{720FCF8B-DFC0-104A-A210-FB92189B8E85}" dt="2021-09-30T08:01:52.945" v="6"/>
          <ac:spMkLst>
            <pc:docMk/>
            <pc:sldMk cId="1617038128" sldId="268"/>
            <ac:spMk id="15" creationId="{68AB11F3-04E4-334A-AACE-73947D1F1542}"/>
          </ac:spMkLst>
        </pc:spChg>
        <pc:spChg chg="add del mod">
          <ac:chgData name="林 芷歆" userId="45b96cb2-62ac-45c6-b1a7-2382a1a7c7fe" providerId="ADAL" clId="{720FCF8B-DFC0-104A-A210-FB92189B8E85}" dt="2021-09-30T08:02:15.029" v="8"/>
          <ac:spMkLst>
            <pc:docMk/>
            <pc:sldMk cId="1617038128" sldId="268"/>
            <ac:spMk id="16" creationId="{66E20FB1-16D2-974E-81EC-F9FEA42F8E06}"/>
          </ac:spMkLst>
        </pc:spChg>
        <pc:spChg chg="add mod">
          <ac:chgData name="林 芷歆" userId="45b96cb2-62ac-45c6-b1a7-2382a1a7c7fe" providerId="ADAL" clId="{720FCF8B-DFC0-104A-A210-FB92189B8E85}" dt="2021-09-30T08:02:26.601" v="9"/>
          <ac:spMkLst>
            <pc:docMk/>
            <pc:sldMk cId="1617038128" sldId="268"/>
            <ac:spMk id="17" creationId="{7D020954-D140-BC41-AB3F-ACFDEAE933A8}"/>
          </ac:spMkLst>
        </pc:spChg>
      </pc:sldChg>
      <pc:sldChg chg="addSp delSp modSp mod">
        <pc:chgData name="林 芷歆" userId="45b96cb2-62ac-45c6-b1a7-2382a1a7c7fe" providerId="ADAL" clId="{720FCF8B-DFC0-104A-A210-FB92189B8E85}" dt="2021-09-30T08:03:18.098" v="27" actId="20577"/>
        <pc:sldMkLst>
          <pc:docMk/>
          <pc:sldMk cId="1986960044" sldId="269"/>
        </pc:sldMkLst>
        <pc:spChg chg="mod">
          <ac:chgData name="林 芷歆" userId="45b96cb2-62ac-45c6-b1a7-2382a1a7c7fe" providerId="ADAL" clId="{720FCF8B-DFC0-104A-A210-FB92189B8E85}" dt="2021-09-30T08:03:18.098" v="27" actId="20577"/>
          <ac:spMkLst>
            <pc:docMk/>
            <pc:sldMk cId="1986960044" sldId="269"/>
            <ac:spMk id="3" creationId="{0827C8C5-7359-DD49-A3AE-118AE6885833}"/>
          </ac:spMkLst>
        </pc:spChg>
        <pc:spChg chg="add del mod">
          <ac:chgData name="林 芷歆" userId="45b96cb2-62ac-45c6-b1a7-2382a1a7c7fe" providerId="ADAL" clId="{720FCF8B-DFC0-104A-A210-FB92189B8E85}" dt="2021-09-30T08:01:52.945" v="6"/>
          <ac:spMkLst>
            <pc:docMk/>
            <pc:sldMk cId="1986960044" sldId="269"/>
            <ac:spMk id="9" creationId="{C11FFF04-27F5-3C4E-B7F3-80FADD0BA574}"/>
          </ac:spMkLst>
        </pc:spChg>
        <pc:spChg chg="add del mod">
          <ac:chgData name="林 芷歆" userId="45b96cb2-62ac-45c6-b1a7-2382a1a7c7fe" providerId="ADAL" clId="{720FCF8B-DFC0-104A-A210-FB92189B8E85}" dt="2021-09-30T08:02:15.029" v="8"/>
          <ac:spMkLst>
            <pc:docMk/>
            <pc:sldMk cId="1986960044" sldId="269"/>
            <ac:spMk id="10" creationId="{7C72C603-2956-1E49-A149-46F404C896F4}"/>
          </ac:spMkLst>
        </pc:spChg>
        <pc:spChg chg="add mod">
          <ac:chgData name="林 芷歆" userId="45b96cb2-62ac-45c6-b1a7-2382a1a7c7fe" providerId="ADAL" clId="{720FCF8B-DFC0-104A-A210-FB92189B8E85}" dt="2021-09-30T08:02:26.601" v="9"/>
          <ac:spMkLst>
            <pc:docMk/>
            <pc:sldMk cId="1986960044" sldId="269"/>
            <ac:spMk id="11" creationId="{54D5765C-7F1F-204D-A3DA-840FADE160ED}"/>
          </ac:spMkLst>
        </pc:spChg>
      </pc:sldChg>
      <pc:sldChg chg="addSp delSp modSp">
        <pc:chgData name="林 芷歆" userId="45b96cb2-62ac-45c6-b1a7-2382a1a7c7fe" providerId="ADAL" clId="{720FCF8B-DFC0-104A-A210-FB92189B8E85}" dt="2021-09-30T08:02:26.601" v="9"/>
        <pc:sldMkLst>
          <pc:docMk/>
          <pc:sldMk cId="3112696163" sldId="270"/>
        </pc:sldMkLst>
        <pc:spChg chg="add del mod">
          <ac:chgData name="林 芷歆" userId="45b96cb2-62ac-45c6-b1a7-2382a1a7c7fe" providerId="ADAL" clId="{720FCF8B-DFC0-104A-A210-FB92189B8E85}" dt="2021-09-30T08:01:52.945" v="6"/>
          <ac:spMkLst>
            <pc:docMk/>
            <pc:sldMk cId="3112696163" sldId="270"/>
            <ac:spMk id="8" creationId="{FC44BD04-EF3D-5542-BD6B-ADBDACF04E2A}"/>
          </ac:spMkLst>
        </pc:spChg>
        <pc:spChg chg="add del mod">
          <ac:chgData name="林 芷歆" userId="45b96cb2-62ac-45c6-b1a7-2382a1a7c7fe" providerId="ADAL" clId="{720FCF8B-DFC0-104A-A210-FB92189B8E85}" dt="2021-09-30T08:02:15.029" v="8"/>
          <ac:spMkLst>
            <pc:docMk/>
            <pc:sldMk cId="3112696163" sldId="270"/>
            <ac:spMk id="9" creationId="{549BF392-772D-094C-88E9-8745E7E0E89E}"/>
          </ac:spMkLst>
        </pc:spChg>
        <pc:spChg chg="add mod">
          <ac:chgData name="林 芷歆" userId="45b96cb2-62ac-45c6-b1a7-2382a1a7c7fe" providerId="ADAL" clId="{720FCF8B-DFC0-104A-A210-FB92189B8E85}" dt="2021-09-30T08:02:26.601" v="9"/>
          <ac:spMkLst>
            <pc:docMk/>
            <pc:sldMk cId="3112696163" sldId="270"/>
            <ac:spMk id="10" creationId="{3A475B1A-8C8C-AD47-AD8C-E94B44AE9BBB}"/>
          </ac:spMkLst>
        </pc:spChg>
      </pc:sldChg>
      <pc:sldChg chg="addSp delSp modSp">
        <pc:chgData name="林 芷歆" userId="45b96cb2-62ac-45c6-b1a7-2382a1a7c7fe" providerId="ADAL" clId="{720FCF8B-DFC0-104A-A210-FB92189B8E85}" dt="2021-09-30T08:02:26.601" v="9"/>
        <pc:sldMkLst>
          <pc:docMk/>
          <pc:sldMk cId="2833049283" sldId="271"/>
        </pc:sldMkLst>
        <pc:spChg chg="add del mod">
          <ac:chgData name="林 芷歆" userId="45b96cb2-62ac-45c6-b1a7-2382a1a7c7fe" providerId="ADAL" clId="{720FCF8B-DFC0-104A-A210-FB92189B8E85}" dt="2021-09-30T08:01:52.945" v="6"/>
          <ac:spMkLst>
            <pc:docMk/>
            <pc:sldMk cId="2833049283" sldId="271"/>
            <ac:spMk id="10" creationId="{EB583DDA-F085-B54A-B123-211D75FB04FE}"/>
          </ac:spMkLst>
        </pc:spChg>
        <pc:spChg chg="add del mod">
          <ac:chgData name="林 芷歆" userId="45b96cb2-62ac-45c6-b1a7-2382a1a7c7fe" providerId="ADAL" clId="{720FCF8B-DFC0-104A-A210-FB92189B8E85}" dt="2021-09-30T08:02:15.029" v="8"/>
          <ac:spMkLst>
            <pc:docMk/>
            <pc:sldMk cId="2833049283" sldId="271"/>
            <ac:spMk id="11" creationId="{D62A409F-A86C-B546-A2ED-FAAD8B47DB8C}"/>
          </ac:spMkLst>
        </pc:spChg>
        <pc:spChg chg="add mod">
          <ac:chgData name="林 芷歆" userId="45b96cb2-62ac-45c6-b1a7-2382a1a7c7fe" providerId="ADAL" clId="{720FCF8B-DFC0-104A-A210-FB92189B8E85}" dt="2021-09-30T08:02:26.601" v="9"/>
          <ac:spMkLst>
            <pc:docMk/>
            <pc:sldMk cId="2833049283" sldId="271"/>
            <ac:spMk id="12" creationId="{13FD6721-F762-3947-AC53-6B810393821F}"/>
          </ac:spMkLst>
        </pc:spChg>
      </pc:sldChg>
      <pc:sldChg chg="addSp delSp modSp">
        <pc:chgData name="林 芷歆" userId="45b96cb2-62ac-45c6-b1a7-2382a1a7c7fe" providerId="ADAL" clId="{720FCF8B-DFC0-104A-A210-FB92189B8E85}" dt="2021-09-30T08:02:26.601" v="9"/>
        <pc:sldMkLst>
          <pc:docMk/>
          <pc:sldMk cId="2440867088" sldId="272"/>
        </pc:sldMkLst>
        <pc:spChg chg="add del mod">
          <ac:chgData name="林 芷歆" userId="45b96cb2-62ac-45c6-b1a7-2382a1a7c7fe" providerId="ADAL" clId="{720FCF8B-DFC0-104A-A210-FB92189B8E85}" dt="2021-09-30T08:01:52.945" v="6"/>
          <ac:spMkLst>
            <pc:docMk/>
            <pc:sldMk cId="2440867088" sldId="272"/>
            <ac:spMk id="3" creationId="{ACC898DE-005B-854E-A95E-0081CB11DC45}"/>
          </ac:spMkLst>
        </pc:spChg>
        <pc:spChg chg="add del mod">
          <ac:chgData name="林 芷歆" userId="45b96cb2-62ac-45c6-b1a7-2382a1a7c7fe" providerId="ADAL" clId="{720FCF8B-DFC0-104A-A210-FB92189B8E85}" dt="2021-09-30T08:02:15.029" v="8"/>
          <ac:spMkLst>
            <pc:docMk/>
            <pc:sldMk cId="2440867088" sldId="272"/>
            <ac:spMk id="4" creationId="{477A9B1C-F0E8-C547-AF4C-82F4588D7ACA}"/>
          </ac:spMkLst>
        </pc:spChg>
        <pc:spChg chg="add mod">
          <ac:chgData name="林 芷歆" userId="45b96cb2-62ac-45c6-b1a7-2382a1a7c7fe" providerId="ADAL" clId="{720FCF8B-DFC0-104A-A210-FB92189B8E85}" dt="2021-09-30T08:02:26.601" v="9"/>
          <ac:spMkLst>
            <pc:docMk/>
            <pc:sldMk cId="2440867088" sldId="272"/>
            <ac:spMk id="5" creationId="{87DAF7FC-F87E-F148-8F12-5765C29C176B}"/>
          </ac:spMkLst>
        </pc:spChg>
      </pc:sldChg>
      <pc:sldMasterChg chg="addSp delSp modSp mod modSldLayout">
        <pc:chgData name="林 芷歆" userId="45b96cb2-62ac-45c6-b1a7-2382a1a7c7fe" providerId="ADAL" clId="{720FCF8B-DFC0-104A-A210-FB92189B8E85}" dt="2021-09-30T08:05:16.473" v="43" actId="113"/>
        <pc:sldMasterMkLst>
          <pc:docMk/>
          <pc:sldMasterMk cId="2667736428" sldId="2147483648"/>
        </pc:sldMasterMkLst>
        <pc:spChg chg="add del mod">
          <ac:chgData name="林 芷歆" userId="45b96cb2-62ac-45c6-b1a7-2382a1a7c7fe" providerId="ADAL" clId="{720FCF8B-DFC0-104A-A210-FB92189B8E85}" dt="2021-09-30T08:01:08.265" v="4" actId="478"/>
          <ac:spMkLst>
            <pc:docMk/>
            <pc:sldMasterMk cId="2667736428" sldId="2147483648"/>
            <ac:spMk id="2" creationId="{3383E100-647F-AE45-8415-3A1540A94A1A}"/>
          </ac:spMkLst>
        </pc:spChg>
        <pc:sldLayoutChg chg="modSp">
          <pc:chgData name="林 芷歆" userId="45b96cb2-62ac-45c6-b1a7-2382a1a7c7fe" providerId="ADAL" clId="{720FCF8B-DFC0-104A-A210-FB92189B8E85}" dt="2021-09-30T08:04:50.103" v="40" actId="2711"/>
          <pc:sldLayoutMkLst>
            <pc:docMk/>
            <pc:sldMasterMk cId="2667736428" sldId="2147483648"/>
            <pc:sldLayoutMk cId="891189639" sldId="2147483651"/>
          </pc:sldLayoutMkLst>
          <pc:spChg chg="mod">
            <ac:chgData name="林 芷歆" userId="45b96cb2-62ac-45c6-b1a7-2382a1a7c7fe" providerId="ADAL" clId="{720FCF8B-DFC0-104A-A210-FB92189B8E85}" dt="2021-09-30T08:04:50.103" v="40" actId="2711"/>
            <ac:spMkLst>
              <pc:docMk/>
              <pc:sldMasterMk cId="2667736428" sldId="2147483648"/>
              <pc:sldLayoutMk cId="891189639" sldId="2147483651"/>
              <ac:spMk id="21" creationId="{0B731E8A-D02F-8941-83B8-6FE9EDAB1264}"/>
            </ac:spMkLst>
          </pc:spChg>
          <pc:spChg chg="mod">
            <ac:chgData name="林 芷歆" userId="45b96cb2-62ac-45c6-b1a7-2382a1a7c7fe" providerId="ADAL" clId="{720FCF8B-DFC0-104A-A210-FB92189B8E85}" dt="2021-09-30T08:04:50.103" v="40" actId="2711"/>
            <ac:spMkLst>
              <pc:docMk/>
              <pc:sldMasterMk cId="2667736428" sldId="2147483648"/>
              <pc:sldLayoutMk cId="891189639" sldId="2147483651"/>
              <ac:spMk id="28" creationId="{2753BF6A-AD03-0D49-92B6-9E2FCEC98613}"/>
            </ac:spMkLst>
          </pc:spChg>
          <pc:spChg chg="mod">
            <ac:chgData name="林 芷歆" userId="45b96cb2-62ac-45c6-b1a7-2382a1a7c7fe" providerId="ADAL" clId="{720FCF8B-DFC0-104A-A210-FB92189B8E85}" dt="2021-09-30T08:04:50.103" v="40" actId="2711"/>
            <ac:spMkLst>
              <pc:docMk/>
              <pc:sldMasterMk cId="2667736428" sldId="2147483648"/>
              <pc:sldLayoutMk cId="891189639" sldId="2147483651"/>
              <ac:spMk id="29" creationId="{2FE69E5B-E63F-6C4C-B398-238CA152732C}"/>
            </ac:spMkLst>
          </pc:spChg>
          <pc:spChg chg="mod">
            <ac:chgData name="林 芷歆" userId="45b96cb2-62ac-45c6-b1a7-2382a1a7c7fe" providerId="ADAL" clId="{720FCF8B-DFC0-104A-A210-FB92189B8E85}" dt="2021-09-30T08:04:31.225" v="37" actId="2711"/>
            <ac:spMkLst>
              <pc:docMk/>
              <pc:sldMasterMk cId="2667736428" sldId="2147483648"/>
              <pc:sldLayoutMk cId="891189639" sldId="2147483651"/>
              <ac:spMk id="30" creationId="{568A9BFE-E27D-BF45-9715-BDBD7B8009F4}"/>
            </ac:spMkLst>
          </pc:spChg>
          <pc:spChg chg="mod">
            <ac:chgData name="林 芷歆" userId="45b96cb2-62ac-45c6-b1a7-2382a1a7c7fe" providerId="ADAL" clId="{720FCF8B-DFC0-104A-A210-FB92189B8E85}" dt="2021-09-30T08:04:50.103" v="40" actId="2711"/>
            <ac:spMkLst>
              <pc:docMk/>
              <pc:sldMasterMk cId="2667736428" sldId="2147483648"/>
              <pc:sldLayoutMk cId="891189639" sldId="2147483651"/>
              <ac:spMk id="40" creationId="{5DD2E97A-1C91-9C41-8F6E-5AC334C85F9F}"/>
            </ac:spMkLst>
          </pc:spChg>
        </pc:sldLayoutChg>
        <pc:sldLayoutChg chg="modSp">
          <pc:chgData name="林 芷歆" userId="45b96cb2-62ac-45c6-b1a7-2382a1a7c7fe" providerId="ADAL" clId="{720FCF8B-DFC0-104A-A210-FB92189B8E85}" dt="2021-09-30T08:05:16.473" v="43" actId="113"/>
          <pc:sldLayoutMkLst>
            <pc:docMk/>
            <pc:sldMasterMk cId="2667736428" sldId="2147483648"/>
            <pc:sldLayoutMk cId="2518312061" sldId="2147483655"/>
          </pc:sldLayoutMkLst>
          <pc:spChg chg="mod">
            <ac:chgData name="林 芷歆" userId="45b96cb2-62ac-45c6-b1a7-2382a1a7c7fe" providerId="ADAL" clId="{720FCF8B-DFC0-104A-A210-FB92189B8E85}" dt="2021-09-30T08:05:09.589" v="42" actId="113"/>
            <ac:spMkLst>
              <pc:docMk/>
              <pc:sldMasterMk cId="2667736428" sldId="2147483648"/>
              <pc:sldLayoutMk cId="2518312061" sldId="2147483655"/>
              <ac:spMk id="11" creationId="{D9E3361D-0BFA-2847-BF72-1BB519C4A7E5}"/>
            </ac:spMkLst>
          </pc:spChg>
          <pc:spChg chg="mod">
            <ac:chgData name="林 芷歆" userId="45b96cb2-62ac-45c6-b1a7-2382a1a7c7fe" providerId="ADAL" clId="{720FCF8B-DFC0-104A-A210-FB92189B8E85}" dt="2021-09-30T08:05:09.589" v="42" actId="113"/>
            <ac:spMkLst>
              <pc:docMk/>
              <pc:sldMasterMk cId="2667736428" sldId="2147483648"/>
              <pc:sldLayoutMk cId="2518312061" sldId="2147483655"/>
              <ac:spMk id="12" creationId="{E93D5E9F-06DC-0D46-A939-27E22C36EE34}"/>
            </ac:spMkLst>
          </pc:spChg>
          <pc:spChg chg="mod">
            <ac:chgData name="林 芷歆" userId="45b96cb2-62ac-45c6-b1a7-2382a1a7c7fe" providerId="ADAL" clId="{720FCF8B-DFC0-104A-A210-FB92189B8E85}" dt="2021-09-30T08:05:16.473" v="43" actId="113"/>
            <ac:spMkLst>
              <pc:docMk/>
              <pc:sldMasterMk cId="2667736428" sldId="2147483648"/>
              <pc:sldLayoutMk cId="2518312061" sldId="2147483655"/>
              <ac:spMk id="13" creationId="{8F63CA0D-FE7D-564D-A1B5-AA160889D0CE}"/>
            </ac:spMkLst>
          </pc:spChg>
        </pc:sldLayoutChg>
        <pc:sldLayoutChg chg="modSp">
          <pc:chgData name="林 芷歆" userId="45b96cb2-62ac-45c6-b1a7-2382a1a7c7fe" providerId="ADAL" clId="{720FCF8B-DFC0-104A-A210-FB92189B8E85}" dt="2021-09-30T08:04:44.378" v="39" actId="2711"/>
          <pc:sldLayoutMkLst>
            <pc:docMk/>
            <pc:sldMasterMk cId="2667736428" sldId="2147483648"/>
            <pc:sldLayoutMk cId="88474692" sldId="2147483663"/>
          </pc:sldLayoutMkLst>
          <pc:spChg chg="mod">
            <ac:chgData name="林 芷歆" userId="45b96cb2-62ac-45c6-b1a7-2382a1a7c7fe" providerId="ADAL" clId="{720FCF8B-DFC0-104A-A210-FB92189B8E85}" dt="2021-09-30T08:04:44.378" v="39" actId="2711"/>
            <ac:spMkLst>
              <pc:docMk/>
              <pc:sldMasterMk cId="2667736428" sldId="2147483648"/>
              <pc:sldLayoutMk cId="88474692" sldId="2147483663"/>
              <ac:spMk id="27" creationId="{924ACD28-C6F7-EB46-84A7-CF4C4EB7B74A}"/>
            </ac:spMkLst>
          </pc:spChg>
          <pc:spChg chg="mod">
            <ac:chgData name="林 芷歆" userId="45b96cb2-62ac-45c6-b1a7-2382a1a7c7fe" providerId="ADAL" clId="{720FCF8B-DFC0-104A-A210-FB92189B8E85}" dt="2021-09-30T08:04:44.378" v="39" actId="2711"/>
            <ac:spMkLst>
              <pc:docMk/>
              <pc:sldMasterMk cId="2667736428" sldId="2147483648"/>
              <pc:sldLayoutMk cId="88474692" sldId="2147483663"/>
              <ac:spMk id="28" creationId="{7FD6AC8C-1E7B-DB4C-A0C4-97CB22E8DDFD}"/>
            </ac:spMkLst>
          </pc:spChg>
          <pc:spChg chg="mod">
            <ac:chgData name="林 芷歆" userId="45b96cb2-62ac-45c6-b1a7-2382a1a7c7fe" providerId="ADAL" clId="{720FCF8B-DFC0-104A-A210-FB92189B8E85}" dt="2021-09-30T08:04:44.378" v="39" actId="2711"/>
            <ac:spMkLst>
              <pc:docMk/>
              <pc:sldMasterMk cId="2667736428" sldId="2147483648"/>
              <pc:sldLayoutMk cId="88474692" sldId="2147483663"/>
              <ac:spMk id="35" creationId="{34669478-BA9F-6841-ADDF-7F3A61ECC333}"/>
            </ac:spMkLst>
          </pc:spChg>
          <pc:spChg chg="mod">
            <ac:chgData name="林 芷歆" userId="45b96cb2-62ac-45c6-b1a7-2382a1a7c7fe" providerId="ADAL" clId="{720FCF8B-DFC0-104A-A210-FB92189B8E85}" dt="2021-09-30T08:04:44.378" v="39" actId="2711"/>
            <ac:spMkLst>
              <pc:docMk/>
              <pc:sldMasterMk cId="2667736428" sldId="2147483648"/>
              <pc:sldLayoutMk cId="88474692" sldId="2147483663"/>
              <ac:spMk id="36" creationId="{5BE0CCA5-0C5C-F843-BE61-91E281D5486E}"/>
            </ac:spMkLst>
          </pc:spChg>
        </pc:sldLayoutChg>
        <pc:sldLayoutChg chg="modSp">
          <pc:chgData name="林 芷歆" userId="45b96cb2-62ac-45c6-b1a7-2382a1a7c7fe" providerId="ADAL" clId="{720FCF8B-DFC0-104A-A210-FB92189B8E85}" dt="2021-09-30T08:04:56.125" v="41" actId="2711"/>
          <pc:sldLayoutMkLst>
            <pc:docMk/>
            <pc:sldMasterMk cId="2667736428" sldId="2147483648"/>
            <pc:sldLayoutMk cId="1505975848" sldId="2147483664"/>
          </pc:sldLayoutMkLst>
          <pc:spChg chg="mod">
            <ac:chgData name="林 芷歆" userId="45b96cb2-62ac-45c6-b1a7-2382a1a7c7fe" providerId="ADAL" clId="{720FCF8B-DFC0-104A-A210-FB92189B8E85}" dt="2021-09-30T08:04:56.125" v="41" actId="2711"/>
            <ac:spMkLst>
              <pc:docMk/>
              <pc:sldMasterMk cId="2667736428" sldId="2147483648"/>
              <pc:sldLayoutMk cId="1505975848" sldId="2147483664"/>
              <ac:spMk id="12" creationId="{2242479B-CBA0-0149-B84D-E580E5474117}"/>
            </ac:spMkLst>
          </pc:spChg>
          <pc:spChg chg="mod">
            <ac:chgData name="林 芷歆" userId="45b96cb2-62ac-45c6-b1a7-2382a1a7c7fe" providerId="ADAL" clId="{720FCF8B-DFC0-104A-A210-FB92189B8E85}" dt="2021-09-30T08:04:56.125" v="41" actId="2711"/>
            <ac:spMkLst>
              <pc:docMk/>
              <pc:sldMasterMk cId="2667736428" sldId="2147483648"/>
              <pc:sldLayoutMk cId="1505975848" sldId="2147483664"/>
              <ac:spMk id="15" creationId="{A91893A2-3201-4342-9429-C189AAC2F33E}"/>
            </ac:spMkLst>
          </pc:spChg>
          <pc:spChg chg="mod">
            <ac:chgData name="林 芷歆" userId="45b96cb2-62ac-45c6-b1a7-2382a1a7c7fe" providerId="ADAL" clId="{720FCF8B-DFC0-104A-A210-FB92189B8E85}" dt="2021-09-30T08:04:56.125" v="41" actId="2711"/>
            <ac:spMkLst>
              <pc:docMk/>
              <pc:sldMasterMk cId="2667736428" sldId="2147483648"/>
              <pc:sldLayoutMk cId="1505975848" sldId="2147483664"/>
              <ac:spMk id="16" creationId="{9461DD0C-FCE2-1E42-A28D-AEC73947B2A5}"/>
            </ac:spMkLst>
          </pc:spChg>
          <pc:spChg chg="mod">
            <ac:chgData name="林 芷歆" userId="45b96cb2-62ac-45c6-b1a7-2382a1a7c7fe" providerId="ADAL" clId="{720FCF8B-DFC0-104A-A210-FB92189B8E85}" dt="2021-09-30T08:04:56.125" v="41" actId="2711"/>
            <ac:spMkLst>
              <pc:docMk/>
              <pc:sldMasterMk cId="2667736428" sldId="2147483648"/>
              <pc:sldLayoutMk cId="1505975848" sldId="2147483664"/>
              <ac:spMk id="18" creationId="{386EAE58-6AEA-4C48-9E79-CAE64052808F}"/>
            </ac:spMkLst>
          </pc:spChg>
          <pc:spChg chg="mod">
            <ac:chgData name="林 芷歆" userId="45b96cb2-62ac-45c6-b1a7-2382a1a7c7fe" providerId="ADAL" clId="{720FCF8B-DFC0-104A-A210-FB92189B8E85}" dt="2021-09-30T08:04:56.125" v="41" actId="2711"/>
            <ac:spMkLst>
              <pc:docMk/>
              <pc:sldMasterMk cId="2667736428" sldId="2147483648"/>
              <pc:sldLayoutMk cId="1505975848" sldId="2147483664"/>
              <ac:spMk id="19" creationId="{0586A711-959A-3C47-B4E0-F6A986EAEC47}"/>
            </ac:spMkLst>
          </pc:spChg>
          <pc:spChg chg="mod">
            <ac:chgData name="林 芷歆" userId="45b96cb2-62ac-45c6-b1a7-2382a1a7c7fe" providerId="ADAL" clId="{720FCF8B-DFC0-104A-A210-FB92189B8E85}" dt="2021-09-30T08:04:56.125" v="41" actId="2711"/>
            <ac:spMkLst>
              <pc:docMk/>
              <pc:sldMasterMk cId="2667736428" sldId="2147483648"/>
              <pc:sldLayoutMk cId="1505975848" sldId="2147483664"/>
              <ac:spMk id="20" creationId="{37C6956A-4F8E-CA40-90C5-076F5442508E}"/>
            </ac:spMkLst>
          </pc:spChg>
          <pc:spChg chg="mod">
            <ac:chgData name="林 芷歆" userId="45b96cb2-62ac-45c6-b1a7-2382a1a7c7fe" providerId="ADAL" clId="{720FCF8B-DFC0-104A-A210-FB92189B8E85}" dt="2021-09-30T08:04:56.125" v="41" actId="2711"/>
            <ac:spMkLst>
              <pc:docMk/>
              <pc:sldMasterMk cId="2667736428" sldId="2147483648"/>
              <pc:sldLayoutMk cId="1505975848" sldId="2147483664"/>
              <ac:spMk id="21" creationId="{D6064D6B-775F-7C4C-AA10-C754601AF576}"/>
            </ac:spMkLst>
          </pc:spChg>
          <pc:grpChg chg="mod">
            <ac:chgData name="林 芷歆" userId="45b96cb2-62ac-45c6-b1a7-2382a1a7c7fe" providerId="ADAL" clId="{720FCF8B-DFC0-104A-A210-FB92189B8E85}" dt="2021-09-30T08:04:56.125" v="41" actId="2711"/>
            <ac:grpSpMkLst>
              <pc:docMk/>
              <pc:sldMasterMk cId="2667736428" sldId="2147483648"/>
              <pc:sldLayoutMk cId="1505975848" sldId="2147483664"/>
              <ac:grpSpMk id="2" creationId="{163765A3-8C25-8E4B-B0EA-0142B6E09ACD}"/>
            </ac:grpSpMkLst>
          </pc:grpChg>
        </pc:sldLayoutChg>
        <pc:sldLayoutChg chg="modSp">
          <pc:chgData name="林 芷歆" userId="45b96cb2-62ac-45c6-b1a7-2382a1a7c7fe" providerId="ADAL" clId="{720FCF8B-DFC0-104A-A210-FB92189B8E85}" dt="2021-09-30T08:03:58.448" v="33" actId="122"/>
          <pc:sldLayoutMkLst>
            <pc:docMk/>
            <pc:sldMasterMk cId="2667736428" sldId="2147483648"/>
            <pc:sldLayoutMk cId="1021120260" sldId="2147483667"/>
          </pc:sldLayoutMkLst>
          <pc:spChg chg="mod">
            <ac:chgData name="林 芷歆" userId="45b96cb2-62ac-45c6-b1a7-2382a1a7c7fe" providerId="ADAL" clId="{720FCF8B-DFC0-104A-A210-FB92189B8E85}" dt="2021-09-30T08:03:58.448" v="33" actId="122"/>
            <ac:spMkLst>
              <pc:docMk/>
              <pc:sldMasterMk cId="2667736428" sldId="2147483648"/>
              <pc:sldLayoutMk cId="1021120260" sldId="2147483667"/>
              <ac:spMk id="8" creationId="{558933E3-61FA-0E47-9490-AE990FEE288D}"/>
            </ac:spMkLst>
          </pc:spChg>
          <pc:spChg chg="mod">
            <ac:chgData name="林 芷歆" userId="45b96cb2-62ac-45c6-b1a7-2382a1a7c7fe" providerId="ADAL" clId="{720FCF8B-DFC0-104A-A210-FB92189B8E85}" dt="2021-09-30T08:03:58.448" v="33" actId="122"/>
            <ac:spMkLst>
              <pc:docMk/>
              <pc:sldMasterMk cId="2667736428" sldId="2147483648"/>
              <pc:sldLayoutMk cId="1021120260" sldId="2147483667"/>
              <ac:spMk id="9" creationId="{9F5A277D-FAFB-8E42-A404-D12E7570B88B}"/>
            </ac:spMkLst>
          </pc:spChg>
        </pc:sldLayoutChg>
        <pc:sldLayoutChg chg="modSp">
          <pc:chgData name="林 芷歆" userId="45b96cb2-62ac-45c6-b1a7-2382a1a7c7fe" providerId="ADAL" clId="{720FCF8B-DFC0-104A-A210-FB92189B8E85}" dt="2021-09-30T08:04:05.591" v="34" actId="255"/>
          <pc:sldLayoutMkLst>
            <pc:docMk/>
            <pc:sldMasterMk cId="2667736428" sldId="2147483648"/>
            <pc:sldLayoutMk cId="2914254998" sldId="2147483670"/>
          </pc:sldLayoutMkLst>
          <pc:spChg chg="mod">
            <ac:chgData name="林 芷歆" userId="45b96cb2-62ac-45c6-b1a7-2382a1a7c7fe" providerId="ADAL" clId="{720FCF8B-DFC0-104A-A210-FB92189B8E85}" dt="2021-09-30T08:04:05.591" v="34" actId="255"/>
            <ac:spMkLst>
              <pc:docMk/>
              <pc:sldMasterMk cId="2667736428" sldId="2147483648"/>
              <pc:sldLayoutMk cId="2914254998" sldId="2147483670"/>
              <ac:spMk id="9" creationId="{1136D5C5-63AD-2743-A4E3-9552FEB17C34}"/>
            </ac:spMkLst>
          </pc:spChg>
        </pc:sldLayoutChg>
        <pc:sldLayoutChg chg="modSp">
          <pc:chgData name="林 芷歆" userId="45b96cb2-62ac-45c6-b1a7-2382a1a7c7fe" providerId="ADAL" clId="{720FCF8B-DFC0-104A-A210-FB92189B8E85}" dt="2021-09-30T08:04:12.115" v="35" actId="255"/>
          <pc:sldLayoutMkLst>
            <pc:docMk/>
            <pc:sldMasterMk cId="2667736428" sldId="2147483648"/>
            <pc:sldLayoutMk cId="2957444286" sldId="2147483671"/>
          </pc:sldLayoutMkLst>
          <pc:spChg chg="mod">
            <ac:chgData name="林 芷歆" userId="45b96cb2-62ac-45c6-b1a7-2382a1a7c7fe" providerId="ADAL" clId="{720FCF8B-DFC0-104A-A210-FB92189B8E85}" dt="2021-09-30T08:04:12.115" v="35" actId="255"/>
            <ac:spMkLst>
              <pc:docMk/>
              <pc:sldMasterMk cId="2667736428" sldId="2147483648"/>
              <pc:sldLayoutMk cId="2957444286" sldId="2147483671"/>
              <ac:spMk id="10" creationId="{69B85979-73C2-CB4C-BD77-D51A472999E6}"/>
            </ac:spMkLst>
          </pc:spChg>
        </pc:sldLayoutChg>
      </pc:sldMasterChg>
    </pc:docChg>
  </pc:docChgLst>
  <pc:docChgLst>
    <pc:chgData name="林 芷歆" userId="45b96cb2-62ac-45c6-b1a7-2382a1a7c7fe" providerId="ADAL" clId="{60D7679F-459B-8743-9F3C-64DAF79235EA}"/>
    <pc:docChg chg="undo custSel addSld delSld modSld addMainMaster delMainMaster modMainMaster">
      <pc:chgData name="林 芷歆" userId="45b96cb2-62ac-45c6-b1a7-2382a1a7c7fe" providerId="ADAL" clId="{60D7679F-459B-8743-9F3C-64DAF79235EA}" dt="2021-09-30T06:27:41.591" v="1299" actId="207"/>
      <pc:docMkLst>
        <pc:docMk/>
      </pc:docMkLst>
      <pc:sldChg chg="del">
        <pc:chgData name="林 芷歆" userId="45b96cb2-62ac-45c6-b1a7-2382a1a7c7fe" providerId="ADAL" clId="{60D7679F-459B-8743-9F3C-64DAF79235EA}" dt="2021-09-24T09:56:31.362" v="30" actId="2696"/>
        <pc:sldMkLst>
          <pc:docMk/>
          <pc:sldMk cId="1164343935" sldId="269"/>
        </pc:sldMkLst>
      </pc:sldChg>
      <pc:sldChg chg="addSp delSp modSp del mod modClrScheme chgLayout">
        <pc:chgData name="林 芷歆" userId="45b96cb2-62ac-45c6-b1a7-2382a1a7c7fe" providerId="ADAL" clId="{60D7679F-459B-8743-9F3C-64DAF79235EA}" dt="2021-09-30T05:26:17.834" v="596" actId="2696"/>
        <pc:sldMkLst>
          <pc:docMk/>
          <pc:sldMk cId="2327037058" sldId="488"/>
        </pc:sldMkLst>
        <pc:spChg chg="add mod">
          <ac:chgData name="林 芷歆" userId="45b96cb2-62ac-45c6-b1a7-2382a1a7c7fe" providerId="ADAL" clId="{60D7679F-459B-8743-9F3C-64DAF79235EA}" dt="2021-09-24T10:04:11.209" v="228" actId="1076"/>
          <ac:spMkLst>
            <pc:docMk/>
            <pc:sldMk cId="2327037058" sldId="488"/>
            <ac:spMk id="2" creationId="{5C63DC04-4DBF-4649-9738-BAFD66063EA4}"/>
          </ac:spMkLst>
        </pc:spChg>
        <pc:spChg chg="add del mod ord">
          <ac:chgData name="林 芷歆" userId="45b96cb2-62ac-45c6-b1a7-2382a1a7c7fe" providerId="ADAL" clId="{60D7679F-459B-8743-9F3C-64DAF79235EA}" dt="2021-09-24T10:22:55.954" v="466" actId="700"/>
          <ac:spMkLst>
            <pc:docMk/>
            <pc:sldMk cId="2327037058" sldId="488"/>
            <ac:spMk id="3" creationId="{FC11B0D0-7999-6643-82F4-3A98679B2FCB}"/>
          </ac:spMkLst>
        </pc:spChg>
        <pc:spChg chg="add mod ord">
          <ac:chgData name="林 芷歆" userId="45b96cb2-62ac-45c6-b1a7-2382a1a7c7fe" providerId="ADAL" clId="{60D7679F-459B-8743-9F3C-64DAF79235EA}" dt="2021-09-24T10:22:55.954" v="466" actId="700"/>
          <ac:spMkLst>
            <pc:docMk/>
            <pc:sldMk cId="2327037058" sldId="488"/>
            <ac:spMk id="5" creationId="{A3EAE7D0-59A8-2643-8EEA-9521A5FC9452}"/>
          </ac:spMkLst>
        </pc:spChg>
        <pc:spChg chg="mod">
          <ac:chgData name="林 芷歆" userId="45b96cb2-62ac-45c6-b1a7-2382a1a7c7fe" providerId="ADAL" clId="{60D7679F-459B-8743-9F3C-64DAF79235EA}" dt="2021-09-24T10:04:21.402" v="230" actId="1076"/>
          <ac:spMkLst>
            <pc:docMk/>
            <pc:sldMk cId="2327037058" sldId="488"/>
            <ac:spMk id="10" creationId="{2941AC0C-7D65-4CA9-9BF0-396DA5418AF0}"/>
          </ac:spMkLst>
        </pc:spChg>
      </pc:sldChg>
      <pc:sldChg chg="addSp delSp modSp new del mod chgLayout">
        <pc:chgData name="林 芷歆" userId="45b96cb2-62ac-45c6-b1a7-2382a1a7c7fe" providerId="ADAL" clId="{60D7679F-459B-8743-9F3C-64DAF79235EA}" dt="2021-09-24T10:30:29.327" v="541" actId="2696"/>
        <pc:sldMkLst>
          <pc:docMk/>
          <pc:sldMk cId="675428194" sldId="489"/>
        </pc:sldMkLst>
        <pc:spChg chg="del">
          <ac:chgData name="林 芷歆" userId="45b96cb2-62ac-45c6-b1a7-2382a1a7c7fe" providerId="ADAL" clId="{60D7679F-459B-8743-9F3C-64DAF79235EA}" dt="2021-09-24T10:24:49.799" v="479" actId="700"/>
          <ac:spMkLst>
            <pc:docMk/>
            <pc:sldMk cId="675428194" sldId="489"/>
            <ac:spMk id="2" creationId="{D7ADEE7B-BEF1-5146-A042-ACC96898E701}"/>
          </ac:spMkLst>
        </pc:spChg>
        <pc:spChg chg="add mod ord">
          <ac:chgData name="林 芷歆" userId="45b96cb2-62ac-45c6-b1a7-2382a1a7c7fe" providerId="ADAL" clId="{60D7679F-459B-8743-9F3C-64DAF79235EA}" dt="2021-09-24T10:24:49.799" v="479" actId="700"/>
          <ac:spMkLst>
            <pc:docMk/>
            <pc:sldMk cId="675428194" sldId="489"/>
            <ac:spMk id="3" creationId="{F82E5C8C-1EF1-B04E-B31A-2F269BA8AE4E}"/>
          </ac:spMkLst>
        </pc:spChg>
      </pc:sldChg>
      <pc:sldChg chg="modSp del mod">
        <pc:chgData name="林 芷歆" userId="45b96cb2-62ac-45c6-b1a7-2382a1a7c7fe" providerId="ADAL" clId="{60D7679F-459B-8743-9F3C-64DAF79235EA}" dt="2021-09-24T10:22:47.045" v="464" actId="2696"/>
        <pc:sldMkLst>
          <pc:docMk/>
          <pc:sldMk cId="702135185" sldId="489"/>
        </pc:sldMkLst>
        <pc:picChg chg="mod">
          <ac:chgData name="林 芷歆" userId="45b96cb2-62ac-45c6-b1a7-2382a1a7c7fe" providerId="ADAL" clId="{60D7679F-459B-8743-9F3C-64DAF79235EA}" dt="2021-09-24T10:22:26.491" v="461" actId="1076"/>
          <ac:picMkLst>
            <pc:docMk/>
            <pc:sldMk cId="702135185" sldId="489"/>
            <ac:picMk id="4" creationId="{7B5A8873-62E4-4C13-81FB-AD859D1E1F65}"/>
          </ac:picMkLst>
        </pc:picChg>
      </pc:sldChg>
      <pc:sldChg chg="new del">
        <pc:chgData name="林 芷歆" userId="45b96cb2-62ac-45c6-b1a7-2382a1a7c7fe" providerId="ADAL" clId="{60D7679F-459B-8743-9F3C-64DAF79235EA}" dt="2021-09-30T05:26:17.834" v="596" actId="2696"/>
        <pc:sldMkLst>
          <pc:docMk/>
          <pc:sldMk cId="4006049525" sldId="489"/>
        </pc:sldMkLst>
      </pc:sldChg>
      <pc:sldChg chg="new del">
        <pc:chgData name="林 芷歆" userId="45b96cb2-62ac-45c6-b1a7-2382a1a7c7fe" providerId="ADAL" clId="{60D7679F-459B-8743-9F3C-64DAF79235EA}" dt="2021-09-30T05:26:17.834" v="596" actId="2696"/>
        <pc:sldMkLst>
          <pc:docMk/>
          <pc:sldMk cId="39086420" sldId="490"/>
        </pc:sldMkLst>
      </pc:sldChg>
      <pc:sldChg chg="new del">
        <pc:chgData name="林 芷歆" userId="45b96cb2-62ac-45c6-b1a7-2382a1a7c7fe" providerId="ADAL" clId="{60D7679F-459B-8743-9F3C-64DAF79235EA}" dt="2021-09-24T10:30:27.955" v="539" actId="2696"/>
        <pc:sldMkLst>
          <pc:docMk/>
          <pc:sldMk cId="1752134278" sldId="490"/>
        </pc:sldMkLst>
      </pc:sldChg>
      <pc:sldChg chg="new del">
        <pc:chgData name="林 芷歆" userId="45b96cb2-62ac-45c6-b1a7-2382a1a7c7fe" providerId="ADAL" clId="{60D7679F-459B-8743-9F3C-64DAF79235EA}" dt="2021-09-30T05:26:17.834" v="596" actId="2696"/>
        <pc:sldMkLst>
          <pc:docMk/>
          <pc:sldMk cId="447503129" sldId="491"/>
        </pc:sldMkLst>
      </pc:sldChg>
      <pc:sldChg chg="addSp delSp modSp new del mod">
        <pc:chgData name="林 芷歆" userId="45b96cb2-62ac-45c6-b1a7-2382a1a7c7fe" providerId="ADAL" clId="{60D7679F-459B-8743-9F3C-64DAF79235EA}" dt="2021-09-24T10:30:28.495" v="540" actId="2696"/>
        <pc:sldMkLst>
          <pc:docMk/>
          <pc:sldMk cId="1297835678" sldId="491"/>
        </pc:sldMkLst>
        <pc:spChg chg="add del mod">
          <ac:chgData name="林 芷歆" userId="45b96cb2-62ac-45c6-b1a7-2382a1a7c7fe" providerId="ADAL" clId="{60D7679F-459B-8743-9F3C-64DAF79235EA}" dt="2021-09-24T10:23:59.503" v="472"/>
          <ac:spMkLst>
            <pc:docMk/>
            <pc:sldMk cId="1297835678" sldId="491"/>
            <ac:spMk id="5" creationId="{4298A972-8133-7440-9293-BBFCFBDA844F}"/>
          </ac:spMkLst>
        </pc:spChg>
      </pc:sldChg>
      <pc:sldChg chg="new del">
        <pc:chgData name="林 芷歆" userId="45b96cb2-62ac-45c6-b1a7-2382a1a7c7fe" providerId="ADAL" clId="{60D7679F-459B-8743-9F3C-64DAF79235EA}" dt="2021-09-30T06:18:30.636" v="1189" actId="2696"/>
        <pc:sldMkLst>
          <pc:docMk/>
          <pc:sldMk cId="3720115669" sldId="492"/>
        </pc:sldMkLst>
      </pc:sldChg>
      <pc:sldChg chg="new del">
        <pc:chgData name="林 芷歆" userId="45b96cb2-62ac-45c6-b1a7-2382a1a7c7fe" providerId="ADAL" clId="{60D7679F-459B-8743-9F3C-64DAF79235EA}" dt="2021-09-30T06:18:30.636" v="1189" actId="2696"/>
        <pc:sldMkLst>
          <pc:docMk/>
          <pc:sldMk cId="1276694162" sldId="493"/>
        </pc:sldMkLst>
      </pc:sldChg>
      <pc:sldChg chg="new del">
        <pc:chgData name="林 芷歆" userId="45b96cb2-62ac-45c6-b1a7-2382a1a7c7fe" providerId="ADAL" clId="{60D7679F-459B-8743-9F3C-64DAF79235EA}" dt="2021-09-30T06:18:30.636" v="1189" actId="2696"/>
        <pc:sldMkLst>
          <pc:docMk/>
          <pc:sldMk cId="2101039337" sldId="494"/>
        </pc:sldMkLst>
      </pc:sldChg>
      <pc:sldChg chg="new add del">
        <pc:chgData name="林 芷歆" userId="45b96cb2-62ac-45c6-b1a7-2382a1a7c7fe" providerId="ADAL" clId="{60D7679F-459B-8743-9F3C-64DAF79235EA}" dt="2021-09-30T06:19:53.801" v="1196" actId="2696"/>
        <pc:sldMkLst>
          <pc:docMk/>
          <pc:sldMk cId="1186680442" sldId="495"/>
        </pc:sldMkLst>
      </pc:sldChg>
      <pc:sldChg chg="new add del">
        <pc:chgData name="林 芷歆" userId="45b96cb2-62ac-45c6-b1a7-2382a1a7c7fe" providerId="ADAL" clId="{60D7679F-459B-8743-9F3C-64DAF79235EA}" dt="2021-09-30T06:18:55.418" v="1195" actId="2696"/>
        <pc:sldMkLst>
          <pc:docMk/>
          <pc:sldMk cId="330681548" sldId="496"/>
        </pc:sldMkLst>
      </pc:sldChg>
      <pc:sldChg chg="new del">
        <pc:chgData name="林 芷歆" userId="45b96cb2-62ac-45c6-b1a7-2382a1a7c7fe" providerId="ADAL" clId="{60D7679F-459B-8743-9F3C-64DAF79235EA}" dt="2021-09-30T06:18:30.636" v="1189" actId="2696"/>
        <pc:sldMkLst>
          <pc:docMk/>
          <pc:sldMk cId="3184621861" sldId="496"/>
        </pc:sldMkLst>
      </pc:sldChg>
      <pc:sldChg chg="new del">
        <pc:chgData name="林 芷歆" userId="45b96cb2-62ac-45c6-b1a7-2382a1a7c7fe" providerId="ADAL" clId="{60D7679F-459B-8743-9F3C-64DAF79235EA}" dt="2021-09-30T06:18:30.636" v="1189" actId="2696"/>
        <pc:sldMkLst>
          <pc:docMk/>
          <pc:sldMk cId="2246561356" sldId="497"/>
        </pc:sldMkLst>
      </pc:sldChg>
      <pc:sldChg chg="new add del">
        <pc:chgData name="林 芷歆" userId="45b96cb2-62ac-45c6-b1a7-2382a1a7c7fe" providerId="ADAL" clId="{60D7679F-459B-8743-9F3C-64DAF79235EA}" dt="2021-09-30T06:18:55.418" v="1195" actId="2696"/>
        <pc:sldMkLst>
          <pc:docMk/>
          <pc:sldMk cId="2365072069" sldId="497"/>
        </pc:sldMkLst>
      </pc:sldChg>
      <pc:sldChg chg="new add del">
        <pc:chgData name="林 芷歆" userId="45b96cb2-62ac-45c6-b1a7-2382a1a7c7fe" providerId="ADAL" clId="{60D7679F-459B-8743-9F3C-64DAF79235EA}" dt="2021-09-30T06:18:55.418" v="1195" actId="2696"/>
        <pc:sldMkLst>
          <pc:docMk/>
          <pc:sldMk cId="393543386" sldId="498"/>
        </pc:sldMkLst>
      </pc:sldChg>
      <pc:sldChg chg="new del">
        <pc:chgData name="林 芷歆" userId="45b96cb2-62ac-45c6-b1a7-2382a1a7c7fe" providerId="ADAL" clId="{60D7679F-459B-8743-9F3C-64DAF79235EA}" dt="2021-09-30T06:18:30.636" v="1189" actId="2696"/>
        <pc:sldMkLst>
          <pc:docMk/>
          <pc:sldMk cId="3726225857" sldId="498"/>
        </pc:sldMkLst>
      </pc:sldChg>
      <pc:sldChg chg="new del">
        <pc:chgData name="林 芷歆" userId="45b96cb2-62ac-45c6-b1a7-2382a1a7c7fe" providerId="ADAL" clId="{60D7679F-459B-8743-9F3C-64DAF79235EA}" dt="2021-09-30T06:18:30.636" v="1189" actId="2696"/>
        <pc:sldMkLst>
          <pc:docMk/>
          <pc:sldMk cId="2144217592" sldId="499"/>
        </pc:sldMkLst>
      </pc:sldChg>
      <pc:sldChg chg="new add del">
        <pc:chgData name="林 芷歆" userId="45b96cb2-62ac-45c6-b1a7-2382a1a7c7fe" providerId="ADAL" clId="{60D7679F-459B-8743-9F3C-64DAF79235EA}" dt="2021-09-30T06:18:55.418" v="1195" actId="2696"/>
        <pc:sldMkLst>
          <pc:docMk/>
          <pc:sldMk cId="2834343702" sldId="499"/>
        </pc:sldMkLst>
      </pc:sldChg>
      <pc:sldChg chg="delSp del mod">
        <pc:chgData name="林 芷歆" userId="45b96cb2-62ac-45c6-b1a7-2382a1a7c7fe" providerId="ADAL" clId="{60D7679F-459B-8743-9F3C-64DAF79235EA}" dt="2021-09-24T10:22:47.045" v="464" actId="2696"/>
        <pc:sldMkLst>
          <pc:docMk/>
          <pc:sldMk cId="3823545188" sldId="515"/>
        </pc:sldMkLst>
        <pc:spChg chg="del">
          <ac:chgData name="林 芷歆" userId="45b96cb2-62ac-45c6-b1a7-2382a1a7c7fe" providerId="ADAL" clId="{60D7679F-459B-8743-9F3C-64DAF79235EA}" dt="2021-09-24T09:55:04.926" v="18" actId="478"/>
          <ac:spMkLst>
            <pc:docMk/>
            <pc:sldMk cId="3823545188" sldId="515"/>
            <ac:spMk id="48" creationId="{003D7161-28C1-49F9-A001-4B8A313F4E10}"/>
          </ac:spMkLst>
        </pc:spChg>
        <pc:spChg chg="del">
          <ac:chgData name="林 芷歆" userId="45b96cb2-62ac-45c6-b1a7-2382a1a7c7fe" providerId="ADAL" clId="{60D7679F-459B-8743-9F3C-64DAF79235EA}" dt="2021-09-24T09:55:06.759" v="19" actId="478"/>
          <ac:spMkLst>
            <pc:docMk/>
            <pc:sldMk cId="3823545188" sldId="515"/>
            <ac:spMk id="49" creationId="{ED1370E9-63A4-4613-987F-2AEEA9628AB4}"/>
          </ac:spMkLst>
        </pc:spChg>
        <pc:spChg chg="del">
          <ac:chgData name="林 芷歆" userId="45b96cb2-62ac-45c6-b1a7-2382a1a7c7fe" providerId="ADAL" clId="{60D7679F-459B-8743-9F3C-64DAF79235EA}" dt="2021-09-24T09:55:04.926" v="18" actId="478"/>
          <ac:spMkLst>
            <pc:docMk/>
            <pc:sldMk cId="3823545188" sldId="515"/>
            <ac:spMk id="50" creationId="{46B1D340-C1F1-4099-8238-EC204918DE67}"/>
          </ac:spMkLst>
        </pc:spChg>
        <pc:picChg chg="del">
          <ac:chgData name="林 芷歆" userId="45b96cb2-62ac-45c6-b1a7-2382a1a7c7fe" providerId="ADAL" clId="{60D7679F-459B-8743-9F3C-64DAF79235EA}" dt="2021-09-24T09:55:04.926" v="18" actId="478"/>
          <ac:picMkLst>
            <pc:docMk/>
            <pc:sldMk cId="3823545188" sldId="515"/>
            <ac:picMk id="3" creationId="{B4C7E591-A521-4D46-90DF-2EEBB4A4BABA}"/>
          </ac:picMkLst>
        </pc:picChg>
        <pc:cxnChg chg="del">
          <ac:chgData name="林 芷歆" userId="45b96cb2-62ac-45c6-b1a7-2382a1a7c7fe" providerId="ADAL" clId="{60D7679F-459B-8743-9F3C-64DAF79235EA}" dt="2021-09-24T09:55:04.926" v="18" actId="478"/>
          <ac:cxnSpMkLst>
            <pc:docMk/>
            <pc:sldMk cId="3823545188" sldId="515"/>
            <ac:cxnSpMk id="26" creationId="{24D646A0-CCC3-4474-83CC-AFC464C4EE6A}"/>
          </ac:cxnSpMkLst>
        </pc:cxnChg>
        <pc:cxnChg chg="del">
          <ac:chgData name="林 芷歆" userId="45b96cb2-62ac-45c6-b1a7-2382a1a7c7fe" providerId="ADAL" clId="{60D7679F-459B-8743-9F3C-64DAF79235EA}" dt="2021-09-24T09:55:04.926" v="18" actId="478"/>
          <ac:cxnSpMkLst>
            <pc:docMk/>
            <pc:sldMk cId="3823545188" sldId="515"/>
            <ac:cxnSpMk id="34" creationId="{7E3DA1D8-AE36-43A3-BEBE-9E2AEAB5833C}"/>
          </ac:cxnSpMkLst>
        </pc:cxnChg>
        <pc:cxnChg chg="del">
          <ac:chgData name="林 芷歆" userId="45b96cb2-62ac-45c6-b1a7-2382a1a7c7fe" providerId="ADAL" clId="{60D7679F-459B-8743-9F3C-64DAF79235EA}" dt="2021-09-24T09:55:04.926" v="18" actId="478"/>
          <ac:cxnSpMkLst>
            <pc:docMk/>
            <pc:sldMk cId="3823545188" sldId="515"/>
            <ac:cxnSpMk id="47" creationId="{78DE0A1C-20B5-437B-A4BF-601853E9B0B5}"/>
          </ac:cxnSpMkLst>
        </pc:cxnChg>
      </pc:sldChg>
      <pc:sldChg chg="addSp delSp modSp del mod">
        <pc:chgData name="林 芷歆" userId="45b96cb2-62ac-45c6-b1a7-2382a1a7c7fe" providerId="ADAL" clId="{60D7679F-459B-8743-9F3C-64DAF79235EA}" dt="2021-09-24T10:22:47.045" v="464" actId="2696"/>
        <pc:sldMkLst>
          <pc:docMk/>
          <pc:sldMk cId="133090978" sldId="521"/>
        </pc:sldMkLst>
        <pc:spChg chg="mod topLvl">
          <ac:chgData name="林 芷歆" userId="45b96cb2-62ac-45c6-b1a7-2382a1a7c7fe" providerId="ADAL" clId="{60D7679F-459B-8743-9F3C-64DAF79235EA}" dt="2021-09-24T10:13:45.441" v="344" actId="165"/>
          <ac:spMkLst>
            <pc:docMk/>
            <pc:sldMk cId="133090978" sldId="521"/>
            <ac:spMk id="4" creationId="{39304416-73ED-477A-A87B-FB6B240E1E55}"/>
          </ac:spMkLst>
        </pc:spChg>
        <pc:spChg chg="mod topLvl">
          <ac:chgData name="林 芷歆" userId="45b96cb2-62ac-45c6-b1a7-2382a1a7c7fe" providerId="ADAL" clId="{60D7679F-459B-8743-9F3C-64DAF79235EA}" dt="2021-09-24T10:13:45.441" v="344" actId="165"/>
          <ac:spMkLst>
            <pc:docMk/>
            <pc:sldMk cId="133090978" sldId="521"/>
            <ac:spMk id="5" creationId="{382A56AD-8E63-413B-9D05-7B9C8B5AF076}"/>
          </ac:spMkLst>
        </pc:spChg>
        <pc:spChg chg="mod topLvl">
          <ac:chgData name="林 芷歆" userId="45b96cb2-62ac-45c6-b1a7-2382a1a7c7fe" providerId="ADAL" clId="{60D7679F-459B-8743-9F3C-64DAF79235EA}" dt="2021-09-24T10:15:14.491" v="372"/>
          <ac:spMkLst>
            <pc:docMk/>
            <pc:sldMk cId="133090978" sldId="521"/>
            <ac:spMk id="6" creationId="{51EB0AE3-A0DA-4754-8A76-8670024325FF}"/>
          </ac:spMkLst>
        </pc:spChg>
        <pc:spChg chg="mod topLvl">
          <ac:chgData name="林 芷歆" userId="45b96cb2-62ac-45c6-b1a7-2382a1a7c7fe" providerId="ADAL" clId="{60D7679F-459B-8743-9F3C-64DAF79235EA}" dt="2021-09-24T10:15:00.995" v="368" actId="207"/>
          <ac:spMkLst>
            <pc:docMk/>
            <pc:sldMk cId="133090978" sldId="521"/>
            <ac:spMk id="7" creationId="{E9A875D4-5A0A-475A-9113-50424DC20010}"/>
          </ac:spMkLst>
        </pc:spChg>
        <pc:spChg chg="mod topLvl">
          <ac:chgData name="林 芷歆" userId="45b96cb2-62ac-45c6-b1a7-2382a1a7c7fe" providerId="ADAL" clId="{60D7679F-459B-8743-9F3C-64DAF79235EA}" dt="2021-09-24T10:13:45.441" v="344" actId="165"/>
          <ac:spMkLst>
            <pc:docMk/>
            <pc:sldMk cId="133090978" sldId="521"/>
            <ac:spMk id="10" creationId="{91A71639-0266-41B6-BEB3-BECE3803F35E}"/>
          </ac:spMkLst>
        </pc:spChg>
        <pc:spChg chg="mod topLvl">
          <ac:chgData name="林 芷歆" userId="45b96cb2-62ac-45c6-b1a7-2382a1a7c7fe" providerId="ADAL" clId="{60D7679F-459B-8743-9F3C-64DAF79235EA}" dt="2021-09-24T10:13:45.441" v="344" actId="165"/>
          <ac:spMkLst>
            <pc:docMk/>
            <pc:sldMk cId="133090978" sldId="521"/>
            <ac:spMk id="11" creationId="{0309566D-6BD8-4033-A22D-AF52C328D9BE}"/>
          </ac:spMkLst>
        </pc:spChg>
        <pc:spChg chg="mod topLvl">
          <ac:chgData name="林 芷歆" userId="45b96cb2-62ac-45c6-b1a7-2382a1a7c7fe" providerId="ADAL" clId="{60D7679F-459B-8743-9F3C-64DAF79235EA}" dt="2021-09-24T10:15:16.322" v="373"/>
          <ac:spMkLst>
            <pc:docMk/>
            <pc:sldMk cId="133090978" sldId="521"/>
            <ac:spMk id="12" creationId="{8F92BCAD-2971-405D-A669-14EFE9BEB28B}"/>
          </ac:spMkLst>
        </pc:spChg>
        <pc:spChg chg="mod topLvl">
          <ac:chgData name="林 芷歆" userId="45b96cb2-62ac-45c6-b1a7-2382a1a7c7fe" providerId="ADAL" clId="{60D7679F-459B-8743-9F3C-64DAF79235EA}" dt="2021-09-24T10:15:03.365" v="369"/>
          <ac:spMkLst>
            <pc:docMk/>
            <pc:sldMk cId="133090978" sldId="521"/>
            <ac:spMk id="13" creationId="{7C709200-DB66-4470-B11C-A59C666BE300}"/>
          </ac:spMkLst>
        </pc:spChg>
        <pc:spChg chg="mod topLvl">
          <ac:chgData name="林 芷歆" userId="45b96cb2-62ac-45c6-b1a7-2382a1a7c7fe" providerId="ADAL" clId="{60D7679F-459B-8743-9F3C-64DAF79235EA}" dt="2021-09-24T10:14:02.096" v="351" actId="1076"/>
          <ac:spMkLst>
            <pc:docMk/>
            <pc:sldMk cId="133090978" sldId="521"/>
            <ac:spMk id="14" creationId="{DAE6F1EA-96A6-4101-AE5F-6A32569F5CB5}"/>
          </ac:spMkLst>
        </pc:spChg>
        <pc:spChg chg="del mod topLvl">
          <ac:chgData name="林 芷歆" userId="45b96cb2-62ac-45c6-b1a7-2382a1a7c7fe" providerId="ADAL" clId="{60D7679F-459B-8743-9F3C-64DAF79235EA}" dt="2021-09-24T10:14:07.168" v="353" actId="478"/>
          <ac:spMkLst>
            <pc:docMk/>
            <pc:sldMk cId="133090978" sldId="521"/>
            <ac:spMk id="15" creationId="{116DBAD7-1A25-4053-924F-190B70D54290}"/>
          </ac:spMkLst>
        </pc:spChg>
        <pc:spChg chg="mod topLvl">
          <ac:chgData name="林 芷歆" userId="45b96cb2-62ac-45c6-b1a7-2382a1a7c7fe" providerId="ADAL" clId="{60D7679F-459B-8743-9F3C-64DAF79235EA}" dt="2021-09-24T10:13:45.441" v="344" actId="165"/>
          <ac:spMkLst>
            <pc:docMk/>
            <pc:sldMk cId="133090978" sldId="521"/>
            <ac:spMk id="17" creationId="{03E86345-41CF-4827-9527-7E78072F5EED}"/>
          </ac:spMkLst>
        </pc:spChg>
        <pc:spChg chg="mod topLvl">
          <ac:chgData name="林 芷歆" userId="45b96cb2-62ac-45c6-b1a7-2382a1a7c7fe" providerId="ADAL" clId="{60D7679F-459B-8743-9F3C-64DAF79235EA}" dt="2021-09-24T10:13:45.441" v="344" actId="165"/>
          <ac:spMkLst>
            <pc:docMk/>
            <pc:sldMk cId="133090978" sldId="521"/>
            <ac:spMk id="18" creationId="{E601B5B1-3229-449C-942B-4C325799DB99}"/>
          </ac:spMkLst>
        </pc:spChg>
        <pc:spChg chg="mod topLvl">
          <ac:chgData name="林 芷歆" userId="45b96cb2-62ac-45c6-b1a7-2382a1a7c7fe" providerId="ADAL" clId="{60D7679F-459B-8743-9F3C-64DAF79235EA}" dt="2021-09-24T10:15:17.566" v="374"/>
          <ac:spMkLst>
            <pc:docMk/>
            <pc:sldMk cId="133090978" sldId="521"/>
            <ac:spMk id="19" creationId="{5D32BD5D-5E7B-4D45-8AD1-0C7E62BCCE17}"/>
          </ac:spMkLst>
        </pc:spChg>
        <pc:spChg chg="mod topLvl">
          <ac:chgData name="林 芷歆" userId="45b96cb2-62ac-45c6-b1a7-2382a1a7c7fe" providerId="ADAL" clId="{60D7679F-459B-8743-9F3C-64DAF79235EA}" dt="2021-09-24T10:15:04.637" v="370"/>
          <ac:spMkLst>
            <pc:docMk/>
            <pc:sldMk cId="133090978" sldId="521"/>
            <ac:spMk id="20" creationId="{D37E7880-39F3-4CBE-8189-FE25636EC300}"/>
          </ac:spMkLst>
        </pc:spChg>
        <pc:spChg chg="mod topLvl">
          <ac:chgData name="林 芷歆" userId="45b96cb2-62ac-45c6-b1a7-2382a1a7c7fe" providerId="ADAL" clId="{60D7679F-459B-8743-9F3C-64DAF79235EA}" dt="2021-09-24T10:13:45.441" v="344" actId="165"/>
          <ac:spMkLst>
            <pc:docMk/>
            <pc:sldMk cId="133090978" sldId="521"/>
            <ac:spMk id="22" creationId="{110DCAFD-D569-4BCA-86B2-F61CAFF0F29C}"/>
          </ac:spMkLst>
        </pc:spChg>
        <pc:spChg chg="mod topLvl">
          <ac:chgData name="林 芷歆" userId="45b96cb2-62ac-45c6-b1a7-2382a1a7c7fe" providerId="ADAL" clId="{60D7679F-459B-8743-9F3C-64DAF79235EA}" dt="2021-09-24T10:13:45.441" v="344" actId="165"/>
          <ac:spMkLst>
            <pc:docMk/>
            <pc:sldMk cId="133090978" sldId="521"/>
            <ac:spMk id="23" creationId="{EEC7E784-8804-43C9-AFCD-CF3BBDE88C45}"/>
          </ac:spMkLst>
        </pc:spChg>
        <pc:spChg chg="mod topLvl">
          <ac:chgData name="林 芷歆" userId="45b96cb2-62ac-45c6-b1a7-2382a1a7c7fe" providerId="ADAL" clId="{60D7679F-459B-8743-9F3C-64DAF79235EA}" dt="2021-09-24T10:15:18.743" v="375"/>
          <ac:spMkLst>
            <pc:docMk/>
            <pc:sldMk cId="133090978" sldId="521"/>
            <ac:spMk id="24" creationId="{4CF8196C-51AF-415E-B3D1-B40CFB85B50D}"/>
          </ac:spMkLst>
        </pc:spChg>
        <pc:spChg chg="mod topLvl">
          <ac:chgData name="林 芷歆" userId="45b96cb2-62ac-45c6-b1a7-2382a1a7c7fe" providerId="ADAL" clId="{60D7679F-459B-8743-9F3C-64DAF79235EA}" dt="2021-09-24T10:15:05.978" v="371"/>
          <ac:spMkLst>
            <pc:docMk/>
            <pc:sldMk cId="133090978" sldId="521"/>
            <ac:spMk id="25" creationId="{C434A940-7069-4DC8-885A-F16B5309AC85}"/>
          </ac:spMkLst>
        </pc:spChg>
        <pc:spChg chg="del mod topLvl">
          <ac:chgData name="林 芷歆" userId="45b96cb2-62ac-45c6-b1a7-2382a1a7c7fe" providerId="ADAL" clId="{60D7679F-459B-8743-9F3C-64DAF79235EA}" dt="2021-09-24T10:14:12.454" v="355" actId="478"/>
          <ac:spMkLst>
            <pc:docMk/>
            <pc:sldMk cId="133090978" sldId="521"/>
            <ac:spMk id="26" creationId="{B6A9EEEB-68C1-4AAD-BDE8-90311E63CDDB}"/>
          </ac:spMkLst>
        </pc:spChg>
        <pc:spChg chg="add mod">
          <ac:chgData name="林 芷歆" userId="45b96cb2-62ac-45c6-b1a7-2382a1a7c7fe" providerId="ADAL" clId="{60D7679F-459B-8743-9F3C-64DAF79235EA}" dt="2021-09-24T10:14:10.412" v="354" actId="571"/>
          <ac:spMkLst>
            <pc:docMk/>
            <pc:sldMk cId="133090978" sldId="521"/>
            <ac:spMk id="28" creationId="{C2F34CDC-10FA-F740-A82C-BF0E61CCA1A9}"/>
          </ac:spMkLst>
        </pc:spChg>
        <pc:spChg chg="add mod">
          <ac:chgData name="林 芷歆" userId="45b96cb2-62ac-45c6-b1a7-2382a1a7c7fe" providerId="ADAL" clId="{60D7679F-459B-8743-9F3C-64DAF79235EA}" dt="2021-09-24T10:14:16.605" v="356" actId="571"/>
          <ac:spMkLst>
            <pc:docMk/>
            <pc:sldMk cId="133090978" sldId="521"/>
            <ac:spMk id="29" creationId="{25EB9BA9-1850-824C-8DFE-4DD0E27D80A9}"/>
          </ac:spMkLst>
        </pc:spChg>
        <pc:grpChg chg="add del mod">
          <ac:chgData name="林 芷歆" userId="45b96cb2-62ac-45c6-b1a7-2382a1a7c7fe" providerId="ADAL" clId="{60D7679F-459B-8743-9F3C-64DAF79235EA}" dt="2021-09-24T10:13:45.441" v="344" actId="165"/>
          <ac:grpSpMkLst>
            <pc:docMk/>
            <pc:sldMk cId="133090978" sldId="521"/>
            <ac:grpSpMk id="3" creationId="{FD017405-E4D4-2F4B-A596-A52D9F5B7892}"/>
          </ac:grpSpMkLst>
        </pc:grpChg>
        <pc:picChg chg="del mod topLvl">
          <ac:chgData name="林 芷歆" userId="45b96cb2-62ac-45c6-b1a7-2382a1a7c7fe" providerId="ADAL" clId="{60D7679F-459B-8743-9F3C-64DAF79235EA}" dt="2021-09-24T10:14:20.262" v="357" actId="478"/>
          <ac:picMkLst>
            <pc:docMk/>
            <pc:sldMk cId="133090978" sldId="521"/>
            <ac:picMk id="9" creationId="{0FDAF9C9-57BE-4CE0-A2CE-9AD53BF0DA02}"/>
          </ac:picMkLst>
        </pc:picChg>
      </pc:sldChg>
      <pc:sldChg chg="addSp delSp modSp del mod modClrScheme chgLayout">
        <pc:chgData name="林 芷歆" userId="45b96cb2-62ac-45c6-b1a7-2382a1a7c7fe" providerId="ADAL" clId="{60D7679F-459B-8743-9F3C-64DAF79235EA}" dt="2021-09-24T10:22:47.045" v="464" actId="2696"/>
        <pc:sldMkLst>
          <pc:docMk/>
          <pc:sldMk cId="1867122093" sldId="772"/>
        </pc:sldMkLst>
        <pc:spChg chg="add del">
          <ac:chgData name="林 芷歆" userId="45b96cb2-62ac-45c6-b1a7-2382a1a7c7fe" providerId="ADAL" clId="{60D7679F-459B-8743-9F3C-64DAF79235EA}" dt="2021-09-24T09:55:38.094" v="25" actId="478"/>
          <ac:spMkLst>
            <pc:docMk/>
            <pc:sldMk cId="1867122093" sldId="772"/>
            <ac:spMk id="21" creationId="{B80356F2-D262-4649-A567-C886C60089E7}"/>
          </ac:spMkLst>
        </pc:spChg>
        <pc:spChg chg="mod ord">
          <ac:chgData name="林 芷歆" userId="45b96cb2-62ac-45c6-b1a7-2382a1a7c7fe" providerId="ADAL" clId="{60D7679F-459B-8743-9F3C-64DAF79235EA}" dt="2021-09-24T10:10:02.789" v="293" actId="700"/>
          <ac:spMkLst>
            <pc:docMk/>
            <pc:sldMk cId="1867122093" sldId="772"/>
            <ac:spMk id="22" creationId="{53DC1F7F-8A91-4E8D-A2C5-FB116711A282}"/>
          </ac:spMkLst>
        </pc:spChg>
        <pc:spChg chg="add mod">
          <ac:chgData name="林 芷歆" userId="45b96cb2-62ac-45c6-b1a7-2382a1a7c7fe" providerId="ADAL" clId="{60D7679F-459B-8743-9F3C-64DAF79235EA}" dt="2021-09-24T09:55:38.466" v="26" actId="1076"/>
          <ac:spMkLst>
            <pc:docMk/>
            <pc:sldMk cId="1867122093" sldId="772"/>
            <ac:spMk id="23" creationId="{9AC9274E-267E-874A-B3E0-A8541A574603}"/>
          </ac:spMkLst>
        </pc:spChg>
      </pc:sldChg>
      <pc:sldChg chg="del">
        <pc:chgData name="林 芷歆" userId="45b96cb2-62ac-45c6-b1a7-2382a1a7c7fe" providerId="ADAL" clId="{60D7679F-459B-8743-9F3C-64DAF79235EA}" dt="2021-09-24T09:54:22.533" v="4" actId="2696"/>
        <pc:sldMkLst>
          <pc:docMk/>
          <pc:sldMk cId="828490173" sldId="790"/>
        </pc:sldMkLst>
      </pc:sldChg>
      <pc:sldChg chg="addSp delSp modSp del mod modClrScheme chgLayout">
        <pc:chgData name="林 芷歆" userId="45b96cb2-62ac-45c6-b1a7-2382a1a7c7fe" providerId="ADAL" clId="{60D7679F-459B-8743-9F3C-64DAF79235EA}" dt="2021-09-24T10:22:47.045" v="464" actId="2696"/>
        <pc:sldMkLst>
          <pc:docMk/>
          <pc:sldMk cId="114091876" sldId="839"/>
        </pc:sldMkLst>
        <pc:spChg chg="add del mod">
          <ac:chgData name="林 芷歆" userId="45b96cb2-62ac-45c6-b1a7-2382a1a7c7fe" providerId="ADAL" clId="{60D7679F-459B-8743-9F3C-64DAF79235EA}" dt="2021-09-24T10:16:04.904" v="382" actId="478"/>
          <ac:spMkLst>
            <pc:docMk/>
            <pc:sldMk cId="114091876" sldId="839"/>
            <ac:spMk id="3" creationId="{903814AC-4C0E-A245-99FA-DE1A569C2249}"/>
          </ac:spMkLst>
        </pc:spChg>
        <pc:spChg chg="mod ord">
          <ac:chgData name="林 芷歆" userId="45b96cb2-62ac-45c6-b1a7-2382a1a7c7fe" providerId="ADAL" clId="{60D7679F-459B-8743-9F3C-64DAF79235EA}" dt="2021-09-24T10:16:10.830" v="384" actId="700"/>
          <ac:spMkLst>
            <pc:docMk/>
            <pc:sldMk cId="114091876" sldId="839"/>
            <ac:spMk id="4" creationId="{277B2A11-5293-4D9A-A4B8-C672D2120EEE}"/>
          </ac:spMkLst>
        </pc:spChg>
        <pc:spChg chg="add del mod">
          <ac:chgData name="林 芷歆" userId="45b96cb2-62ac-45c6-b1a7-2382a1a7c7fe" providerId="ADAL" clId="{60D7679F-459B-8743-9F3C-64DAF79235EA}" dt="2021-09-24T10:16:15.619" v="388"/>
          <ac:spMkLst>
            <pc:docMk/>
            <pc:sldMk cId="114091876" sldId="839"/>
            <ac:spMk id="5" creationId="{F42C2649-24A2-8740-9FD6-8D6852E57B21}"/>
          </ac:spMkLst>
        </pc:spChg>
        <pc:spChg chg="add del mod">
          <ac:chgData name="林 芷歆" userId="45b96cb2-62ac-45c6-b1a7-2382a1a7c7fe" providerId="ADAL" clId="{60D7679F-459B-8743-9F3C-64DAF79235EA}" dt="2021-09-24T10:16:19.703" v="393"/>
          <ac:spMkLst>
            <pc:docMk/>
            <pc:sldMk cId="114091876" sldId="839"/>
            <ac:spMk id="11" creationId="{56EC54C5-D1CE-884D-AC21-0CFBF092E417}"/>
          </ac:spMkLst>
        </pc:spChg>
        <pc:spChg chg="add del mod">
          <ac:chgData name="林 芷歆" userId="45b96cb2-62ac-45c6-b1a7-2382a1a7c7fe" providerId="ADAL" clId="{60D7679F-459B-8743-9F3C-64DAF79235EA}" dt="2021-09-24T10:16:19.559" v="391"/>
          <ac:spMkLst>
            <pc:docMk/>
            <pc:sldMk cId="114091876" sldId="839"/>
            <ac:spMk id="12" creationId="{AEFE07C1-B59D-3D4A-A9FE-F70A5BA0F646}"/>
          </ac:spMkLst>
        </pc:spChg>
        <pc:spChg chg="del">
          <ac:chgData name="林 芷歆" userId="45b96cb2-62ac-45c6-b1a7-2382a1a7c7fe" providerId="ADAL" clId="{60D7679F-459B-8743-9F3C-64DAF79235EA}" dt="2021-09-24T09:55:52.715" v="27" actId="478"/>
          <ac:spMkLst>
            <pc:docMk/>
            <pc:sldMk cId="114091876" sldId="839"/>
            <ac:spMk id="13" creationId="{A6E37F5F-D9DB-42FD-BC04-B12B16846E37}"/>
          </ac:spMkLst>
        </pc:spChg>
        <pc:spChg chg="del">
          <ac:chgData name="林 芷歆" userId="45b96cb2-62ac-45c6-b1a7-2382a1a7c7fe" providerId="ADAL" clId="{60D7679F-459B-8743-9F3C-64DAF79235EA}" dt="2021-09-24T09:55:52.715" v="27" actId="478"/>
          <ac:spMkLst>
            <pc:docMk/>
            <pc:sldMk cId="114091876" sldId="839"/>
            <ac:spMk id="14" creationId="{05F07FA6-711F-4AB0-A823-B94207B14087}"/>
          </ac:spMkLst>
        </pc:spChg>
        <pc:spChg chg="del">
          <ac:chgData name="林 芷歆" userId="45b96cb2-62ac-45c6-b1a7-2382a1a7c7fe" providerId="ADAL" clId="{60D7679F-459B-8743-9F3C-64DAF79235EA}" dt="2021-09-24T09:55:52.715" v="27" actId="478"/>
          <ac:spMkLst>
            <pc:docMk/>
            <pc:sldMk cId="114091876" sldId="839"/>
            <ac:spMk id="21" creationId="{54BE8C67-57CA-4604-9D03-92C1BDCD19CE}"/>
          </ac:spMkLst>
        </pc:spChg>
        <pc:spChg chg="del">
          <ac:chgData name="林 芷歆" userId="45b96cb2-62ac-45c6-b1a7-2382a1a7c7fe" providerId="ADAL" clId="{60D7679F-459B-8743-9F3C-64DAF79235EA}" dt="2021-09-24T09:55:52.715" v="27" actId="478"/>
          <ac:spMkLst>
            <pc:docMk/>
            <pc:sldMk cId="114091876" sldId="839"/>
            <ac:spMk id="22" creationId="{CC8064DC-0902-4238-8051-2CE0ACE6F02A}"/>
          </ac:spMkLst>
        </pc:spChg>
        <pc:spChg chg="del">
          <ac:chgData name="林 芷歆" userId="45b96cb2-62ac-45c6-b1a7-2382a1a7c7fe" providerId="ADAL" clId="{60D7679F-459B-8743-9F3C-64DAF79235EA}" dt="2021-09-24T09:55:52.715" v="27" actId="478"/>
          <ac:spMkLst>
            <pc:docMk/>
            <pc:sldMk cId="114091876" sldId="839"/>
            <ac:spMk id="31" creationId="{E0609EE8-B806-4FD5-B88E-D7D08CDC975E}"/>
          </ac:spMkLst>
        </pc:spChg>
        <pc:spChg chg="del">
          <ac:chgData name="林 芷歆" userId="45b96cb2-62ac-45c6-b1a7-2382a1a7c7fe" providerId="ADAL" clId="{60D7679F-459B-8743-9F3C-64DAF79235EA}" dt="2021-09-24T09:55:52.715" v="27" actId="478"/>
          <ac:spMkLst>
            <pc:docMk/>
            <pc:sldMk cId="114091876" sldId="839"/>
            <ac:spMk id="38" creationId="{99AE485C-4DA4-48A2-99AB-2402B9C86095}"/>
          </ac:spMkLst>
        </pc:spChg>
        <pc:spChg chg="del">
          <ac:chgData name="林 芷歆" userId="45b96cb2-62ac-45c6-b1a7-2382a1a7c7fe" providerId="ADAL" clId="{60D7679F-459B-8743-9F3C-64DAF79235EA}" dt="2021-09-24T09:55:52.715" v="27" actId="478"/>
          <ac:spMkLst>
            <pc:docMk/>
            <pc:sldMk cId="114091876" sldId="839"/>
            <ac:spMk id="40" creationId="{A7D6C7F8-F0AE-4759-BE12-FDD2558255C4}"/>
          </ac:spMkLst>
        </pc:spChg>
        <pc:spChg chg="del">
          <ac:chgData name="林 芷歆" userId="45b96cb2-62ac-45c6-b1a7-2382a1a7c7fe" providerId="ADAL" clId="{60D7679F-459B-8743-9F3C-64DAF79235EA}" dt="2021-09-24T10:16:06.481" v="383" actId="478"/>
          <ac:spMkLst>
            <pc:docMk/>
            <pc:sldMk cId="114091876" sldId="839"/>
            <ac:spMk id="43" creationId="{BF0B67C5-C1B9-439D-AC14-45E77A988555}"/>
          </ac:spMkLst>
        </pc:spChg>
        <pc:spChg chg="del">
          <ac:chgData name="林 芷歆" userId="45b96cb2-62ac-45c6-b1a7-2382a1a7c7fe" providerId="ADAL" clId="{60D7679F-459B-8743-9F3C-64DAF79235EA}" dt="2021-09-24T09:55:52.715" v="27" actId="478"/>
          <ac:spMkLst>
            <pc:docMk/>
            <pc:sldMk cId="114091876" sldId="839"/>
            <ac:spMk id="57" creationId="{7FED184D-B05B-42A3-AEF4-5688A84E5B98}"/>
          </ac:spMkLst>
        </pc:spChg>
        <pc:spChg chg="del">
          <ac:chgData name="林 芷歆" userId="45b96cb2-62ac-45c6-b1a7-2382a1a7c7fe" providerId="ADAL" clId="{60D7679F-459B-8743-9F3C-64DAF79235EA}" dt="2021-09-24T09:55:52.715" v="27" actId="478"/>
          <ac:spMkLst>
            <pc:docMk/>
            <pc:sldMk cId="114091876" sldId="839"/>
            <ac:spMk id="60" creationId="{77C90ED1-A499-4793-88CF-6C8EF51C9126}"/>
          </ac:spMkLst>
        </pc:spChg>
        <pc:spChg chg="del">
          <ac:chgData name="林 芷歆" userId="45b96cb2-62ac-45c6-b1a7-2382a1a7c7fe" providerId="ADAL" clId="{60D7679F-459B-8743-9F3C-64DAF79235EA}" dt="2021-09-24T09:55:52.715" v="27" actId="478"/>
          <ac:spMkLst>
            <pc:docMk/>
            <pc:sldMk cId="114091876" sldId="839"/>
            <ac:spMk id="62" creationId="{1D7C5718-F2EE-43D6-9987-16BBF10E391A}"/>
          </ac:spMkLst>
        </pc:spChg>
        <pc:spChg chg="del">
          <ac:chgData name="林 芷歆" userId="45b96cb2-62ac-45c6-b1a7-2382a1a7c7fe" providerId="ADAL" clId="{60D7679F-459B-8743-9F3C-64DAF79235EA}" dt="2021-09-24T09:55:52.715" v="27" actId="478"/>
          <ac:spMkLst>
            <pc:docMk/>
            <pc:sldMk cId="114091876" sldId="839"/>
            <ac:spMk id="67" creationId="{89D70480-3D6C-4D50-846C-FA51FADB9B47}"/>
          </ac:spMkLst>
        </pc:spChg>
        <pc:spChg chg="del">
          <ac:chgData name="林 芷歆" userId="45b96cb2-62ac-45c6-b1a7-2382a1a7c7fe" providerId="ADAL" clId="{60D7679F-459B-8743-9F3C-64DAF79235EA}" dt="2021-09-24T09:55:52.715" v="27" actId="478"/>
          <ac:spMkLst>
            <pc:docMk/>
            <pc:sldMk cId="114091876" sldId="839"/>
            <ac:spMk id="68" creationId="{EB13FC21-EB33-42C5-A4D6-8782B2D3614A}"/>
          </ac:spMkLst>
        </pc:spChg>
        <pc:picChg chg="del">
          <ac:chgData name="林 芷歆" userId="45b96cb2-62ac-45c6-b1a7-2382a1a7c7fe" providerId="ADAL" clId="{60D7679F-459B-8743-9F3C-64DAF79235EA}" dt="2021-09-24T09:55:52.715" v="27" actId="478"/>
          <ac:picMkLst>
            <pc:docMk/>
            <pc:sldMk cId="114091876" sldId="839"/>
            <ac:picMk id="6" creationId="{8AB78D09-7AAE-46B8-8298-EEF3138FD982}"/>
          </ac:picMkLst>
        </pc:picChg>
        <pc:picChg chg="del">
          <ac:chgData name="林 芷歆" userId="45b96cb2-62ac-45c6-b1a7-2382a1a7c7fe" providerId="ADAL" clId="{60D7679F-459B-8743-9F3C-64DAF79235EA}" dt="2021-09-24T09:55:52.715" v="27" actId="478"/>
          <ac:picMkLst>
            <pc:docMk/>
            <pc:sldMk cId="114091876" sldId="839"/>
            <ac:picMk id="7" creationId="{A258C06B-A872-4DC3-8499-E97C72751669}"/>
          </ac:picMkLst>
        </pc:picChg>
        <pc:picChg chg="del">
          <ac:chgData name="林 芷歆" userId="45b96cb2-62ac-45c6-b1a7-2382a1a7c7fe" providerId="ADAL" clId="{60D7679F-459B-8743-9F3C-64DAF79235EA}" dt="2021-09-24T09:55:52.715" v="27" actId="478"/>
          <ac:picMkLst>
            <pc:docMk/>
            <pc:sldMk cId="114091876" sldId="839"/>
            <ac:picMk id="8" creationId="{21F50986-131F-48BF-9787-D17A66AF3BEB}"/>
          </ac:picMkLst>
        </pc:picChg>
        <pc:picChg chg="del">
          <ac:chgData name="林 芷歆" userId="45b96cb2-62ac-45c6-b1a7-2382a1a7c7fe" providerId="ADAL" clId="{60D7679F-459B-8743-9F3C-64DAF79235EA}" dt="2021-09-24T09:55:52.715" v="27" actId="478"/>
          <ac:picMkLst>
            <pc:docMk/>
            <pc:sldMk cId="114091876" sldId="839"/>
            <ac:picMk id="9" creationId="{F0BC2DB8-CB0E-4115-BA1B-C91CF3E1888C}"/>
          </ac:picMkLst>
        </pc:picChg>
        <pc:picChg chg="del">
          <ac:chgData name="林 芷歆" userId="45b96cb2-62ac-45c6-b1a7-2382a1a7c7fe" providerId="ADAL" clId="{60D7679F-459B-8743-9F3C-64DAF79235EA}" dt="2021-09-24T09:55:52.715" v="27" actId="478"/>
          <ac:picMkLst>
            <pc:docMk/>
            <pc:sldMk cId="114091876" sldId="839"/>
            <ac:picMk id="10" creationId="{41547E84-0230-4703-9934-43C69ED93D32}"/>
          </ac:picMkLst>
        </pc:picChg>
        <pc:picChg chg="del">
          <ac:chgData name="林 芷歆" userId="45b96cb2-62ac-45c6-b1a7-2382a1a7c7fe" providerId="ADAL" clId="{60D7679F-459B-8743-9F3C-64DAF79235EA}" dt="2021-09-24T09:55:52.715" v="27" actId="478"/>
          <ac:picMkLst>
            <pc:docMk/>
            <pc:sldMk cId="114091876" sldId="839"/>
            <ac:picMk id="19" creationId="{1EAC10ED-82DD-4D98-9687-6FD8193F6C24}"/>
          </ac:picMkLst>
        </pc:picChg>
        <pc:picChg chg="del">
          <ac:chgData name="林 芷歆" userId="45b96cb2-62ac-45c6-b1a7-2382a1a7c7fe" providerId="ADAL" clId="{60D7679F-459B-8743-9F3C-64DAF79235EA}" dt="2021-09-24T09:55:52.715" v="27" actId="478"/>
          <ac:picMkLst>
            <pc:docMk/>
            <pc:sldMk cId="114091876" sldId="839"/>
            <ac:picMk id="24" creationId="{C10AE47F-3237-435C-8318-59C60F85939B}"/>
          </ac:picMkLst>
        </pc:picChg>
        <pc:picChg chg="del">
          <ac:chgData name="林 芷歆" userId="45b96cb2-62ac-45c6-b1a7-2382a1a7c7fe" providerId="ADAL" clId="{60D7679F-459B-8743-9F3C-64DAF79235EA}" dt="2021-09-24T09:55:52.715" v="27" actId="478"/>
          <ac:picMkLst>
            <pc:docMk/>
            <pc:sldMk cId="114091876" sldId="839"/>
            <ac:picMk id="25" creationId="{C368BEF0-68FA-4DB8-8D47-FC5D1121360C}"/>
          </ac:picMkLst>
        </pc:picChg>
        <pc:picChg chg="del">
          <ac:chgData name="林 芷歆" userId="45b96cb2-62ac-45c6-b1a7-2382a1a7c7fe" providerId="ADAL" clId="{60D7679F-459B-8743-9F3C-64DAF79235EA}" dt="2021-09-24T09:55:52.715" v="27" actId="478"/>
          <ac:picMkLst>
            <pc:docMk/>
            <pc:sldMk cId="114091876" sldId="839"/>
            <ac:picMk id="26" creationId="{E8067840-4601-47F0-BDB6-34F41CE07E25}"/>
          </ac:picMkLst>
        </pc:picChg>
        <pc:picChg chg="del">
          <ac:chgData name="林 芷歆" userId="45b96cb2-62ac-45c6-b1a7-2382a1a7c7fe" providerId="ADAL" clId="{60D7679F-459B-8743-9F3C-64DAF79235EA}" dt="2021-09-24T09:55:52.715" v="27" actId="478"/>
          <ac:picMkLst>
            <pc:docMk/>
            <pc:sldMk cId="114091876" sldId="839"/>
            <ac:picMk id="27" creationId="{20DDC85D-8BF6-4300-91EC-69A45729025E}"/>
          </ac:picMkLst>
        </pc:picChg>
        <pc:cxnChg chg="del">
          <ac:chgData name="林 芷歆" userId="45b96cb2-62ac-45c6-b1a7-2382a1a7c7fe" providerId="ADAL" clId="{60D7679F-459B-8743-9F3C-64DAF79235EA}" dt="2021-09-24T09:55:52.715" v="27" actId="478"/>
          <ac:cxnSpMkLst>
            <pc:docMk/>
            <pc:sldMk cId="114091876" sldId="839"/>
            <ac:cxnSpMk id="18" creationId="{59B14C27-EE73-48D8-A2E5-34BC1CFEB828}"/>
          </ac:cxnSpMkLst>
        </pc:cxnChg>
        <pc:cxnChg chg="del">
          <ac:chgData name="林 芷歆" userId="45b96cb2-62ac-45c6-b1a7-2382a1a7c7fe" providerId="ADAL" clId="{60D7679F-459B-8743-9F3C-64DAF79235EA}" dt="2021-09-24T09:55:52.715" v="27" actId="478"/>
          <ac:cxnSpMkLst>
            <pc:docMk/>
            <pc:sldMk cId="114091876" sldId="839"/>
            <ac:cxnSpMk id="20" creationId="{5FA70BEF-8E67-4B03-9942-97ECD4B81BA7}"/>
          </ac:cxnSpMkLst>
        </pc:cxnChg>
        <pc:cxnChg chg="del mod">
          <ac:chgData name="林 芷歆" userId="45b96cb2-62ac-45c6-b1a7-2382a1a7c7fe" providerId="ADAL" clId="{60D7679F-459B-8743-9F3C-64DAF79235EA}" dt="2021-09-24T09:55:52.715" v="27" actId="478"/>
          <ac:cxnSpMkLst>
            <pc:docMk/>
            <pc:sldMk cId="114091876" sldId="839"/>
            <ac:cxnSpMk id="30" creationId="{6BA61CD3-46F8-4B46-92E7-5E58FA9366E5}"/>
          </ac:cxnSpMkLst>
        </pc:cxnChg>
        <pc:cxnChg chg="del">
          <ac:chgData name="林 芷歆" userId="45b96cb2-62ac-45c6-b1a7-2382a1a7c7fe" providerId="ADAL" clId="{60D7679F-459B-8743-9F3C-64DAF79235EA}" dt="2021-09-24T09:55:52.715" v="27" actId="478"/>
          <ac:cxnSpMkLst>
            <pc:docMk/>
            <pc:sldMk cId="114091876" sldId="839"/>
            <ac:cxnSpMk id="34" creationId="{4BF35CD1-F304-47E7-8ABE-D2D618526E9D}"/>
          </ac:cxnSpMkLst>
        </pc:cxnChg>
        <pc:cxnChg chg="del">
          <ac:chgData name="林 芷歆" userId="45b96cb2-62ac-45c6-b1a7-2382a1a7c7fe" providerId="ADAL" clId="{60D7679F-459B-8743-9F3C-64DAF79235EA}" dt="2021-09-24T09:55:52.715" v="27" actId="478"/>
          <ac:cxnSpMkLst>
            <pc:docMk/>
            <pc:sldMk cId="114091876" sldId="839"/>
            <ac:cxnSpMk id="50" creationId="{F06FEBD8-C541-4C00-BF70-91C608755210}"/>
          </ac:cxnSpMkLst>
        </pc:cxnChg>
        <pc:cxnChg chg="del">
          <ac:chgData name="林 芷歆" userId="45b96cb2-62ac-45c6-b1a7-2382a1a7c7fe" providerId="ADAL" clId="{60D7679F-459B-8743-9F3C-64DAF79235EA}" dt="2021-09-24T09:55:52.715" v="27" actId="478"/>
          <ac:cxnSpMkLst>
            <pc:docMk/>
            <pc:sldMk cId="114091876" sldId="839"/>
            <ac:cxnSpMk id="58" creationId="{CF967EE1-5BAA-47C5-BE3B-25563DE0ED86}"/>
          </ac:cxnSpMkLst>
        </pc:cxnChg>
        <pc:cxnChg chg="del">
          <ac:chgData name="林 芷歆" userId="45b96cb2-62ac-45c6-b1a7-2382a1a7c7fe" providerId="ADAL" clId="{60D7679F-459B-8743-9F3C-64DAF79235EA}" dt="2021-09-24T09:55:52.715" v="27" actId="478"/>
          <ac:cxnSpMkLst>
            <pc:docMk/>
            <pc:sldMk cId="114091876" sldId="839"/>
            <ac:cxnSpMk id="61" creationId="{0B5F46E2-1F60-4780-A856-93FC9CE5E899}"/>
          </ac:cxnSpMkLst>
        </pc:cxnChg>
        <pc:cxnChg chg="del">
          <ac:chgData name="林 芷歆" userId="45b96cb2-62ac-45c6-b1a7-2382a1a7c7fe" providerId="ADAL" clId="{60D7679F-459B-8743-9F3C-64DAF79235EA}" dt="2021-09-24T09:55:52.715" v="27" actId="478"/>
          <ac:cxnSpMkLst>
            <pc:docMk/>
            <pc:sldMk cId="114091876" sldId="839"/>
            <ac:cxnSpMk id="64" creationId="{91ED41CB-AFEA-4993-9E0E-2B7E9CD77949}"/>
          </ac:cxnSpMkLst>
        </pc:cxnChg>
        <pc:cxnChg chg="del mod">
          <ac:chgData name="林 芷歆" userId="45b96cb2-62ac-45c6-b1a7-2382a1a7c7fe" providerId="ADAL" clId="{60D7679F-459B-8743-9F3C-64DAF79235EA}" dt="2021-09-24T09:55:52.715" v="27" actId="478"/>
          <ac:cxnSpMkLst>
            <pc:docMk/>
            <pc:sldMk cId="114091876" sldId="839"/>
            <ac:cxnSpMk id="82" creationId="{91A71C6B-C953-4F2A-BC1D-6F8E8B44A0E2}"/>
          </ac:cxnSpMkLst>
        </pc:cxnChg>
        <pc:cxnChg chg="del mod">
          <ac:chgData name="林 芷歆" userId="45b96cb2-62ac-45c6-b1a7-2382a1a7c7fe" providerId="ADAL" clId="{60D7679F-459B-8743-9F3C-64DAF79235EA}" dt="2021-09-24T09:55:52.715" v="27" actId="478"/>
          <ac:cxnSpMkLst>
            <pc:docMk/>
            <pc:sldMk cId="114091876" sldId="839"/>
            <ac:cxnSpMk id="83" creationId="{047172D8-9CF8-4DE5-90DE-F2034482CBF5}"/>
          </ac:cxnSpMkLst>
        </pc:cxnChg>
      </pc:sldChg>
      <pc:sldChg chg="del">
        <pc:chgData name="林 芷歆" userId="45b96cb2-62ac-45c6-b1a7-2382a1a7c7fe" providerId="ADAL" clId="{60D7679F-459B-8743-9F3C-64DAF79235EA}" dt="2021-09-24T09:54:18.565" v="3" actId="2696"/>
        <pc:sldMkLst>
          <pc:docMk/>
          <pc:sldMk cId="1696388164" sldId="882"/>
        </pc:sldMkLst>
      </pc:sldChg>
      <pc:sldChg chg="del">
        <pc:chgData name="林 芷歆" userId="45b96cb2-62ac-45c6-b1a7-2382a1a7c7fe" providerId="ADAL" clId="{60D7679F-459B-8743-9F3C-64DAF79235EA}" dt="2021-09-24T09:54:23.861" v="5" actId="2696"/>
        <pc:sldMkLst>
          <pc:docMk/>
          <pc:sldMk cId="4024915817" sldId="1448"/>
        </pc:sldMkLst>
      </pc:sldChg>
      <pc:sldChg chg="modSp del mod">
        <pc:chgData name="林 芷歆" userId="45b96cb2-62ac-45c6-b1a7-2382a1a7c7fe" providerId="ADAL" clId="{60D7679F-459B-8743-9F3C-64DAF79235EA}" dt="2021-09-24T10:22:47.045" v="464" actId="2696"/>
        <pc:sldMkLst>
          <pc:docMk/>
          <pc:sldMk cId="475225861" sldId="1449"/>
        </pc:sldMkLst>
        <pc:spChg chg="mod">
          <ac:chgData name="林 芷歆" userId="45b96cb2-62ac-45c6-b1a7-2382a1a7c7fe" providerId="ADAL" clId="{60D7679F-459B-8743-9F3C-64DAF79235EA}" dt="2021-09-24T10:00:26.784" v="79"/>
          <ac:spMkLst>
            <pc:docMk/>
            <pc:sldMk cId="475225861" sldId="1449"/>
            <ac:spMk id="10" creationId="{B2CC88CF-91B2-49E2-AEF0-B106A4BDDA5C}"/>
          </ac:spMkLst>
        </pc:spChg>
        <pc:spChg chg="mod">
          <ac:chgData name="林 芷歆" userId="45b96cb2-62ac-45c6-b1a7-2382a1a7c7fe" providerId="ADAL" clId="{60D7679F-459B-8743-9F3C-64DAF79235EA}" dt="2021-09-24T10:00:20.817" v="76"/>
          <ac:spMkLst>
            <pc:docMk/>
            <pc:sldMk cId="475225861" sldId="1449"/>
            <ac:spMk id="12" creationId="{7C49F7DC-6542-4A67-AD83-F21FA339980C}"/>
          </ac:spMkLst>
        </pc:spChg>
        <pc:spChg chg="mod">
          <ac:chgData name="林 芷歆" userId="45b96cb2-62ac-45c6-b1a7-2382a1a7c7fe" providerId="ADAL" clId="{60D7679F-459B-8743-9F3C-64DAF79235EA}" dt="2021-09-24T10:00:24.989" v="78"/>
          <ac:spMkLst>
            <pc:docMk/>
            <pc:sldMk cId="475225861" sldId="1449"/>
            <ac:spMk id="13" creationId="{50ABEA04-77F0-4F84-8DDD-DBFB91C78B23}"/>
          </ac:spMkLst>
        </pc:spChg>
        <pc:spChg chg="mod">
          <ac:chgData name="林 芷歆" userId="45b96cb2-62ac-45c6-b1a7-2382a1a7c7fe" providerId="ADAL" clId="{60D7679F-459B-8743-9F3C-64DAF79235EA}" dt="2021-09-24T10:01:34.248" v="90" actId="20577"/>
          <ac:spMkLst>
            <pc:docMk/>
            <pc:sldMk cId="475225861" sldId="1449"/>
            <ac:spMk id="14" creationId="{28AFB74D-4603-4B99-80B7-6F5752C6328A}"/>
          </ac:spMkLst>
        </pc:spChg>
        <pc:spChg chg="mod">
          <ac:chgData name="林 芷歆" userId="45b96cb2-62ac-45c6-b1a7-2382a1a7c7fe" providerId="ADAL" clId="{60D7679F-459B-8743-9F3C-64DAF79235EA}" dt="2021-09-24T10:01:30.974" v="88" actId="20577"/>
          <ac:spMkLst>
            <pc:docMk/>
            <pc:sldMk cId="475225861" sldId="1449"/>
            <ac:spMk id="15" creationId="{813C824D-72A2-4E81-9CD4-F2900B78D781}"/>
          </ac:spMkLst>
        </pc:spChg>
        <pc:spChg chg="mod">
          <ac:chgData name="林 芷歆" userId="45b96cb2-62ac-45c6-b1a7-2382a1a7c7fe" providerId="ADAL" clId="{60D7679F-459B-8743-9F3C-64DAF79235EA}" dt="2021-09-24T10:01:35.891" v="91" actId="20577"/>
          <ac:spMkLst>
            <pc:docMk/>
            <pc:sldMk cId="475225861" sldId="1449"/>
            <ac:spMk id="16" creationId="{EF3F19C1-04A9-496D-AD67-4F9E07ED8A03}"/>
          </ac:spMkLst>
        </pc:spChg>
        <pc:spChg chg="mod">
          <ac:chgData name="林 芷歆" userId="45b96cb2-62ac-45c6-b1a7-2382a1a7c7fe" providerId="ADAL" clId="{60D7679F-459B-8743-9F3C-64DAF79235EA}" dt="2021-09-24T09:53:54.042" v="1" actId="1076"/>
          <ac:spMkLst>
            <pc:docMk/>
            <pc:sldMk cId="475225861" sldId="1449"/>
            <ac:spMk id="17" creationId="{2F7C8319-54F3-45E3-B8CB-24CF4A638128}"/>
          </ac:spMkLst>
        </pc:spChg>
        <pc:spChg chg="mod">
          <ac:chgData name="林 芷歆" userId="45b96cb2-62ac-45c6-b1a7-2382a1a7c7fe" providerId="ADAL" clId="{60D7679F-459B-8743-9F3C-64DAF79235EA}" dt="2021-09-24T10:00:23.337" v="77"/>
          <ac:spMkLst>
            <pc:docMk/>
            <pc:sldMk cId="475225861" sldId="1449"/>
            <ac:spMk id="20" creationId="{D0BB4B87-7E2E-4CFF-9745-2833C4AEAA92}"/>
          </ac:spMkLst>
        </pc:spChg>
        <pc:spChg chg="mod">
          <ac:chgData name="林 芷歆" userId="45b96cb2-62ac-45c6-b1a7-2382a1a7c7fe" providerId="ADAL" clId="{60D7679F-459B-8743-9F3C-64DAF79235EA}" dt="2021-09-24T10:01:32.741" v="89" actId="20577"/>
          <ac:spMkLst>
            <pc:docMk/>
            <pc:sldMk cId="475225861" sldId="1449"/>
            <ac:spMk id="21" creationId="{7088AF33-7240-4DB0-80AD-8E2A6CFEFFA7}"/>
          </ac:spMkLst>
        </pc:spChg>
      </pc:sldChg>
      <pc:sldChg chg="addSp delSp modSp del mod">
        <pc:chgData name="林 芷歆" userId="45b96cb2-62ac-45c6-b1a7-2382a1a7c7fe" providerId="ADAL" clId="{60D7679F-459B-8743-9F3C-64DAF79235EA}" dt="2021-09-24T10:22:47.045" v="464" actId="2696"/>
        <pc:sldMkLst>
          <pc:docMk/>
          <pc:sldMk cId="348484719" sldId="3324"/>
        </pc:sldMkLst>
        <pc:spChg chg="mod">
          <ac:chgData name="林 芷歆" userId="45b96cb2-62ac-45c6-b1a7-2382a1a7c7fe" providerId="ADAL" clId="{60D7679F-459B-8743-9F3C-64DAF79235EA}" dt="2021-09-24T09:59:29.054" v="60" actId="20577"/>
          <ac:spMkLst>
            <pc:docMk/>
            <pc:sldMk cId="348484719" sldId="3324"/>
            <ac:spMk id="7" creationId="{D34899B2-A253-494D-B0B9-E1B2475984E0}"/>
          </ac:spMkLst>
        </pc:spChg>
        <pc:spChg chg="add del mod">
          <ac:chgData name="林 芷歆" userId="45b96cb2-62ac-45c6-b1a7-2382a1a7c7fe" providerId="ADAL" clId="{60D7679F-459B-8743-9F3C-64DAF79235EA}" dt="2021-09-24T09:59:40.987" v="66"/>
          <ac:spMkLst>
            <pc:docMk/>
            <pc:sldMk cId="348484719" sldId="3324"/>
            <ac:spMk id="18" creationId="{644F7018-9563-4E55-BB8E-7C8108E159D8}"/>
          </ac:spMkLst>
        </pc:spChg>
        <pc:spChg chg="mod">
          <ac:chgData name="林 芷歆" userId="45b96cb2-62ac-45c6-b1a7-2382a1a7c7fe" providerId="ADAL" clId="{60D7679F-459B-8743-9F3C-64DAF79235EA}" dt="2021-09-24T09:59:44.356" v="67"/>
          <ac:spMkLst>
            <pc:docMk/>
            <pc:sldMk cId="348484719" sldId="3324"/>
            <ac:spMk id="19" creationId="{EED1F797-B129-457A-9AC2-8DC2103A0E51}"/>
          </ac:spMkLst>
        </pc:spChg>
        <pc:spChg chg="mod">
          <ac:chgData name="林 芷歆" userId="45b96cb2-62ac-45c6-b1a7-2382a1a7c7fe" providerId="ADAL" clId="{60D7679F-459B-8743-9F3C-64DAF79235EA}" dt="2021-09-24T10:14:45.500" v="366" actId="255"/>
          <ac:spMkLst>
            <pc:docMk/>
            <pc:sldMk cId="348484719" sldId="3324"/>
            <ac:spMk id="20" creationId="{F9369E4B-751C-444F-A03C-3079218C743C}"/>
          </ac:spMkLst>
        </pc:spChg>
        <pc:spChg chg="mod">
          <ac:chgData name="林 芷歆" userId="45b96cb2-62ac-45c6-b1a7-2382a1a7c7fe" providerId="ADAL" clId="{60D7679F-459B-8743-9F3C-64DAF79235EA}" dt="2021-09-24T09:59:04.792" v="51"/>
          <ac:spMkLst>
            <pc:docMk/>
            <pc:sldMk cId="348484719" sldId="3324"/>
            <ac:spMk id="22" creationId="{E688DADD-F12F-4D0A-A015-AE1247D27D42}"/>
          </ac:spMkLst>
        </pc:spChg>
        <pc:spChg chg="mod">
          <ac:chgData name="林 芷歆" userId="45b96cb2-62ac-45c6-b1a7-2382a1a7c7fe" providerId="ADAL" clId="{60D7679F-459B-8743-9F3C-64DAF79235EA}" dt="2021-09-24T09:59:07.852" v="52"/>
          <ac:spMkLst>
            <pc:docMk/>
            <pc:sldMk cId="348484719" sldId="3324"/>
            <ac:spMk id="23" creationId="{AFF81322-A8C6-4FC4-9C66-AC774B9A3288}"/>
          </ac:spMkLst>
        </pc:spChg>
        <pc:spChg chg="del mod">
          <ac:chgData name="林 芷歆" userId="45b96cb2-62ac-45c6-b1a7-2382a1a7c7fe" providerId="ADAL" clId="{60D7679F-459B-8743-9F3C-64DAF79235EA}" dt="2021-09-24T09:59:39.785" v="65" actId="478"/>
          <ac:spMkLst>
            <pc:docMk/>
            <pc:sldMk cId="348484719" sldId="3324"/>
            <ac:spMk id="24" creationId="{6730EE1B-0970-49F4-B1F3-8B6F17B50927}"/>
          </ac:spMkLst>
        </pc:spChg>
        <pc:spChg chg="mod">
          <ac:chgData name="林 芷歆" userId="45b96cb2-62ac-45c6-b1a7-2382a1a7c7fe" providerId="ADAL" clId="{60D7679F-459B-8743-9F3C-64DAF79235EA}" dt="2021-09-24T09:58:58.331" v="49" actId="1076"/>
          <ac:spMkLst>
            <pc:docMk/>
            <pc:sldMk cId="348484719" sldId="3324"/>
            <ac:spMk id="25" creationId="{1A7853B3-24EF-4C92-B31B-222000B3F9DF}"/>
          </ac:spMkLst>
        </pc:spChg>
        <pc:spChg chg="mod">
          <ac:chgData name="林 芷歆" userId="45b96cb2-62ac-45c6-b1a7-2382a1a7c7fe" providerId="ADAL" clId="{60D7679F-459B-8743-9F3C-64DAF79235EA}" dt="2021-09-24T09:59:03.036" v="50"/>
          <ac:spMkLst>
            <pc:docMk/>
            <pc:sldMk cId="348484719" sldId="3324"/>
            <ac:spMk id="26" creationId="{07EE80BC-53FB-4F30-9053-E3BDC82C8067}"/>
          </ac:spMkLst>
        </pc:spChg>
        <pc:spChg chg="mod">
          <ac:chgData name="林 芷歆" userId="45b96cb2-62ac-45c6-b1a7-2382a1a7c7fe" providerId="ADAL" clId="{60D7679F-459B-8743-9F3C-64DAF79235EA}" dt="2021-09-24T10:05:33.495" v="235" actId="20577"/>
          <ac:spMkLst>
            <pc:docMk/>
            <pc:sldMk cId="348484719" sldId="3324"/>
            <ac:spMk id="32" creationId="{B2FB4B5D-E911-43A7-A7AD-6384924A102F}"/>
          </ac:spMkLst>
        </pc:spChg>
        <pc:spChg chg="mod">
          <ac:chgData name="林 芷歆" userId="45b96cb2-62ac-45c6-b1a7-2382a1a7c7fe" providerId="ADAL" clId="{60D7679F-459B-8743-9F3C-64DAF79235EA}" dt="2021-09-24T09:59:51.823" v="69" actId="207"/>
          <ac:spMkLst>
            <pc:docMk/>
            <pc:sldMk cId="348484719" sldId="3324"/>
            <ac:spMk id="41" creationId="{69A7F9CF-1539-4C2F-9122-6CDBFD97FF8C}"/>
          </ac:spMkLst>
        </pc:spChg>
        <pc:spChg chg="mod">
          <ac:chgData name="林 芷歆" userId="45b96cb2-62ac-45c6-b1a7-2382a1a7c7fe" providerId="ADAL" clId="{60D7679F-459B-8743-9F3C-64DAF79235EA}" dt="2021-09-24T09:59:10.673" v="54"/>
          <ac:spMkLst>
            <pc:docMk/>
            <pc:sldMk cId="348484719" sldId="3324"/>
            <ac:spMk id="42" creationId="{AF59AB25-F0F7-4366-BAA9-E940EFFE2DAF}"/>
          </ac:spMkLst>
        </pc:spChg>
        <pc:spChg chg="mod">
          <ac:chgData name="林 芷歆" userId="45b96cb2-62ac-45c6-b1a7-2382a1a7c7fe" providerId="ADAL" clId="{60D7679F-459B-8743-9F3C-64DAF79235EA}" dt="2021-09-24T09:59:09.598" v="53"/>
          <ac:spMkLst>
            <pc:docMk/>
            <pc:sldMk cId="348484719" sldId="3324"/>
            <ac:spMk id="43" creationId="{ACF01477-A02D-4437-BFC2-44190A222824}"/>
          </ac:spMkLst>
        </pc:spChg>
        <pc:spChg chg="mod">
          <ac:chgData name="林 芷歆" userId="45b96cb2-62ac-45c6-b1a7-2382a1a7c7fe" providerId="ADAL" clId="{60D7679F-459B-8743-9F3C-64DAF79235EA}" dt="2021-09-24T10:05:42.811" v="237" actId="1076"/>
          <ac:spMkLst>
            <pc:docMk/>
            <pc:sldMk cId="348484719" sldId="3324"/>
            <ac:spMk id="44" creationId="{31806387-DD42-4118-88DA-18DBB7E88AC0}"/>
          </ac:spMkLst>
        </pc:spChg>
        <pc:spChg chg="mod">
          <ac:chgData name="林 芷歆" userId="45b96cb2-62ac-45c6-b1a7-2382a1a7c7fe" providerId="ADAL" clId="{60D7679F-459B-8743-9F3C-64DAF79235EA}" dt="2021-09-24T10:05:36.678" v="236" actId="20577"/>
          <ac:spMkLst>
            <pc:docMk/>
            <pc:sldMk cId="348484719" sldId="3324"/>
            <ac:spMk id="47" creationId="{0962F1F7-B84F-4BDD-801A-6FF8B2FE0633}"/>
          </ac:spMkLst>
        </pc:spChg>
      </pc:sldChg>
      <pc:sldChg chg="del">
        <pc:chgData name="林 芷歆" userId="45b96cb2-62ac-45c6-b1a7-2382a1a7c7fe" providerId="ADAL" clId="{60D7679F-459B-8743-9F3C-64DAF79235EA}" dt="2021-09-24T09:54:11.609" v="2" actId="2696"/>
        <pc:sldMkLst>
          <pc:docMk/>
          <pc:sldMk cId="2789837056" sldId="3325"/>
        </pc:sldMkLst>
      </pc:sldChg>
      <pc:sldChg chg="del">
        <pc:chgData name="林 芷歆" userId="45b96cb2-62ac-45c6-b1a7-2382a1a7c7fe" providerId="ADAL" clId="{60D7679F-459B-8743-9F3C-64DAF79235EA}" dt="2021-09-24T09:54:11.609" v="2" actId="2696"/>
        <pc:sldMkLst>
          <pc:docMk/>
          <pc:sldMk cId="2178240890" sldId="3326"/>
        </pc:sldMkLst>
      </pc:sldChg>
      <pc:sldChg chg="delSp modSp del mod">
        <pc:chgData name="林 芷歆" userId="45b96cb2-62ac-45c6-b1a7-2382a1a7c7fe" providerId="ADAL" clId="{60D7679F-459B-8743-9F3C-64DAF79235EA}" dt="2021-09-24T10:22:47.045" v="464" actId="2696"/>
        <pc:sldMkLst>
          <pc:docMk/>
          <pc:sldMk cId="1934027248" sldId="3327"/>
        </pc:sldMkLst>
        <pc:spChg chg="mod topLvl">
          <ac:chgData name="林 芷歆" userId="45b96cb2-62ac-45c6-b1a7-2382a1a7c7fe" providerId="ADAL" clId="{60D7679F-459B-8743-9F3C-64DAF79235EA}" dt="2021-09-24T10:13:13.268" v="338"/>
          <ac:spMkLst>
            <pc:docMk/>
            <pc:sldMk cId="1934027248" sldId="3327"/>
            <ac:spMk id="8" creationId="{3522E860-0B01-487A-9DDE-31C3B4CAEFBF}"/>
          </ac:spMkLst>
        </pc:spChg>
        <pc:spChg chg="mod topLvl">
          <ac:chgData name="林 芷歆" userId="45b96cb2-62ac-45c6-b1a7-2382a1a7c7fe" providerId="ADAL" clId="{60D7679F-459B-8743-9F3C-64DAF79235EA}" dt="2021-09-24T10:08:14.946" v="276" actId="165"/>
          <ac:spMkLst>
            <pc:docMk/>
            <pc:sldMk cId="1934027248" sldId="3327"/>
            <ac:spMk id="9" creationId="{8E4C063C-C4FC-4671-8CFB-CC8EE044BDC4}"/>
          </ac:spMkLst>
        </pc:spChg>
        <pc:spChg chg="mod topLvl">
          <ac:chgData name="林 芷歆" userId="45b96cb2-62ac-45c6-b1a7-2382a1a7c7fe" providerId="ADAL" clId="{60D7679F-459B-8743-9F3C-64DAF79235EA}" dt="2021-09-24T10:08:14.946" v="276" actId="165"/>
          <ac:spMkLst>
            <pc:docMk/>
            <pc:sldMk cId="1934027248" sldId="3327"/>
            <ac:spMk id="10" creationId="{593A5FA2-13C6-4804-86A7-B678D6A9B7CC}"/>
          </ac:spMkLst>
        </pc:spChg>
        <pc:spChg chg="mod topLvl">
          <ac:chgData name="林 芷歆" userId="45b96cb2-62ac-45c6-b1a7-2382a1a7c7fe" providerId="ADAL" clId="{60D7679F-459B-8743-9F3C-64DAF79235EA}" dt="2021-09-24T10:08:14.946" v="276" actId="165"/>
          <ac:spMkLst>
            <pc:docMk/>
            <pc:sldMk cId="1934027248" sldId="3327"/>
            <ac:spMk id="11" creationId="{AF4392DF-CFF8-4FFB-8538-7A558F61F2EB}"/>
          </ac:spMkLst>
        </pc:spChg>
        <pc:spChg chg="mod topLvl">
          <ac:chgData name="林 芷歆" userId="45b96cb2-62ac-45c6-b1a7-2382a1a7c7fe" providerId="ADAL" clId="{60D7679F-459B-8743-9F3C-64DAF79235EA}" dt="2021-09-24T10:08:14.946" v="276" actId="165"/>
          <ac:spMkLst>
            <pc:docMk/>
            <pc:sldMk cId="1934027248" sldId="3327"/>
            <ac:spMk id="14" creationId="{3C53535D-BBDE-4202-BF5F-7E249A85BDC8}"/>
          </ac:spMkLst>
        </pc:spChg>
        <pc:spChg chg="del">
          <ac:chgData name="林 芷歆" userId="45b96cb2-62ac-45c6-b1a7-2382a1a7c7fe" providerId="ADAL" clId="{60D7679F-459B-8743-9F3C-64DAF79235EA}" dt="2021-09-24T10:08:18.511" v="277" actId="478"/>
          <ac:spMkLst>
            <pc:docMk/>
            <pc:sldMk cId="1934027248" sldId="3327"/>
            <ac:spMk id="15" creationId="{E5825915-AE8D-4EB0-BD76-824C40A37483}"/>
          </ac:spMkLst>
        </pc:spChg>
        <pc:grpChg chg="del">
          <ac:chgData name="林 芷歆" userId="45b96cb2-62ac-45c6-b1a7-2382a1a7c7fe" providerId="ADAL" clId="{60D7679F-459B-8743-9F3C-64DAF79235EA}" dt="2021-09-24T10:08:14.946" v="276" actId="165"/>
          <ac:grpSpMkLst>
            <pc:docMk/>
            <pc:sldMk cId="1934027248" sldId="3327"/>
            <ac:grpSpMk id="4" creationId="{5051DEE9-BBE8-4F71-BF8F-614067CC1F18}"/>
          </ac:grpSpMkLst>
        </pc:grpChg>
      </pc:sldChg>
      <pc:sldChg chg="delSp modSp del mod modClrScheme chgLayout">
        <pc:chgData name="林 芷歆" userId="45b96cb2-62ac-45c6-b1a7-2382a1a7c7fe" providerId="ADAL" clId="{60D7679F-459B-8743-9F3C-64DAF79235EA}" dt="2021-09-24T10:22:47.045" v="464" actId="2696"/>
        <pc:sldMkLst>
          <pc:docMk/>
          <pc:sldMk cId="1557143034" sldId="3329"/>
        </pc:sldMkLst>
        <pc:spChg chg="mod">
          <ac:chgData name="林 芷歆" userId="45b96cb2-62ac-45c6-b1a7-2382a1a7c7fe" providerId="ADAL" clId="{60D7679F-459B-8743-9F3C-64DAF79235EA}" dt="2021-09-24T10:11:07.136" v="316" actId="1076"/>
          <ac:spMkLst>
            <pc:docMk/>
            <pc:sldMk cId="1557143034" sldId="3329"/>
            <ac:spMk id="4" creationId="{00000000-0000-0000-0000-000000000000}"/>
          </ac:spMkLst>
        </pc:spChg>
        <pc:spChg chg="mod">
          <ac:chgData name="林 芷歆" userId="45b96cb2-62ac-45c6-b1a7-2382a1a7c7fe" providerId="ADAL" clId="{60D7679F-459B-8743-9F3C-64DAF79235EA}" dt="2021-09-24T10:10:30.606" v="301" actId="1076"/>
          <ac:spMkLst>
            <pc:docMk/>
            <pc:sldMk cId="1557143034" sldId="3329"/>
            <ac:spMk id="15" creationId="{00000000-0000-0000-0000-000000000000}"/>
          </ac:spMkLst>
        </pc:spChg>
        <pc:spChg chg="mod">
          <ac:chgData name="林 芷歆" userId="45b96cb2-62ac-45c6-b1a7-2382a1a7c7fe" providerId="ADAL" clId="{60D7679F-459B-8743-9F3C-64DAF79235EA}" dt="2021-09-24T10:10:33.676" v="302"/>
          <ac:spMkLst>
            <pc:docMk/>
            <pc:sldMk cId="1557143034" sldId="3329"/>
            <ac:spMk id="16" creationId="{1EFCFFA6-5CFC-495B-AA9D-A2DCE90CF2C8}"/>
          </ac:spMkLst>
        </pc:spChg>
        <pc:spChg chg="mod">
          <ac:chgData name="林 芷歆" userId="45b96cb2-62ac-45c6-b1a7-2382a1a7c7fe" providerId="ADAL" clId="{60D7679F-459B-8743-9F3C-64DAF79235EA}" dt="2021-09-24T10:10:57.366" v="312" actId="1076"/>
          <ac:spMkLst>
            <pc:docMk/>
            <pc:sldMk cId="1557143034" sldId="3329"/>
            <ac:spMk id="18" creationId="{0BE76350-1EF9-44A8-88A0-9F030DFD87AC}"/>
          </ac:spMkLst>
        </pc:spChg>
        <pc:spChg chg="mod">
          <ac:chgData name="林 芷歆" userId="45b96cb2-62ac-45c6-b1a7-2382a1a7c7fe" providerId="ADAL" clId="{60D7679F-459B-8743-9F3C-64DAF79235EA}" dt="2021-09-24T10:10:52.090" v="309" actId="12"/>
          <ac:spMkLst>
            <pc:docMk/>
            <pc:sldMk cId="1557143034" sldId="3329"/>
            <ac:spMk id="19" creationId="{33CA27C4-9933-4516-88CC-E3A552D0928C}"/>
          </ac:spMkLst>
        </pc:spChg>
        <pc:spChg chg="del mod">
          <ac:chgData name="林 芷歆" userId="45b96cb2-62ac-45c6-b1a7-2382a1a7c7fe" providerId="ADAL" clId="{60D7679F-459B-8743-9F3C-64DAF79235EA}" dt="2021-09-24T10:11:11.495" v="318" actId="478"/>
          <ac:spMkLst>
            <pc:docMk/>
            <pc:sldMk cId="1557143034" sldId="3329"/>
            <ac:spMk id="20" creationId="{0162151A-D300-5647-BA8E-5368A4C07194}"/>
          </ac:spMkLst>
        </pc:spChg>
        <pc:spChg chg="mod">
          <ac:chgData name="林 芷歆" userId="45b96cb2-62ac-45c6-b1a7-2382a1a7c7fe" providerId="ADAL" clId="{60D7679F-459B-8743-9F3C-64DAF79235EA}" dt="2021-09-24T10:10:20.805" v="299" actId="20577"/>
          <ac:spMkLst>
            <pc:docMk/>
            <pc:sldMk cId="1557143034" sldId="3329"/>
            <ac:spMk id="21" creationId="{C9F51691-1CFA-4544-9250-FAD6083EFFCD}"/>
          </ac:spMkLst>
        </pc:spChg>
        <pc:spChg chg="mod ord">
          <ac:chgData name="林 芷歆" userId="45b96cb2-62ac-45c6-b1a7-2382a1a7c7fe" providerId="ADAL" clId="{60D7679F-459B-8743-9F3C-64DAF79235EA}" dt="2021-09-24T10:10:02.789" v="293" actId="700"/>
          <ac:spMkLst>
            <pc:docMk/>
            <pc:sldMk cId="1557143034" sldId="3329"/>
            <ac:spMk id="22" creationId="{5A2C486E-2007-4D63-8395-A8F730D35082}"/>
          </ac:spMkLst>
        </pc:spChg>
        <pc:spChg chg="mod">
          <ac:chgData name="林 芷歆" userId="45b96cb2-62ac-45c6-b1a7-2382a1a7c7fe" providerId="ADAL" clId="{60D7679F-459B-8743-9F3C-64DAF79235EA}" dt="2021-09-24T10:11:00.046" v="314" actId="1076"/>
          <ac:spMkLst>
            <pc:docMk/>
            <pc:sldMk cId="1557143034" sldId="3329"/>
            <ac:spMk id="24" creationId="{1768C6E8-42C0-4F93-9E79-C1D4B1A51C42}"/>
          </ac:spMkLst>
        </pc:spChg>
        <pc:picChg chg="del">
          <ac:chgData name="林 芷歆" userId="45b96cb2-62ac-45c6-b1a7-2382a1a7c7fe" providerId="ADAL" clId="{60D7679F-459B-8743-9F3C-64DAF79235EA}" dt="2021-09-24T10:10:13.312" v="294" actId="478"/>
          <ac:picMkLst>
            <pc:docMk/>
            <pc:sldMk cId="1557143034" sldId="3329"/>
            <ac:picMk id="13" creationId="{00000000-0000-0000-0000-000000000000}"/>
          </ac:picMkLst>
        </pc:picChg>
        <pc:picChg chg="del">
          <ac:chgData name="林 芷歆" userId="45b96cb2-62ac-45c6-b1a7-2382a1a7c7fe" providerId="ADAL" clId="{60D7679F-459B-8743-9F3C-64DAF79235EA}" dt="2021-09-24T10:10:14.527" v="295" actId="478"/>
          <ac:picMkLst>
            <pc:docMk/>
            <pc:sldMk cId="1557143034" sldId="3329"/>
            <ac:picMk id="17" creationId="{00000000-0000-0000-0000-000000000000}"/>
          </ac:picMkLst>
        </pc:picChg>
      </pc:sldChg>
      <pc:sldChg chg="addSp delSp modSp del mod modClrScheme chgLayout">
        <pc:chgData name="林 芷歆" userId="45b96cb2-62ac-45c6-b1a7-2382a1a7c7fe" providerId="ADAL" clId="{60D7679F-459B-8743-9F3C-64DAF79235EA}" dt="2021-09-24T10:22:47.045" v="464" actId="2696"/>
        <pc:sldMkLst>
          <pc:docMk/>
          <pc:sldMk cId="2436605257" sldId="3330"/>
        </pc:sldMkLst>
        <pc:spChg chg="add del mod">
          <ac:chgData name="林 芷歆" userId="45b96cb2-62ac-45c6-b1a7-2382a1a7c7fe" providerId="ADAL" clId="{60D7679F-459B-8743-9F3C-64DAF79235EA}" dt="2021-09-24T10:09:49.461" v="292"/>
          <ac:spMkLst>
            <pc:docMk/>
            <pc:sldMk cId="2436605257" sldId="3330"/>
            <ac:spMk id="2" creationId="{0369848A-D34C-A445-9A26-087C825FE7E6}"/>
          </ac:spMkLst>
        </pc:spChg>
        <pc:spChg chg="del">
          <ac:chgData name="林 芷歆" userId="45b96cb2-62ac-45c6-b1a7-2382a1a7c7fe" providerId="ADAL" clId="{60D7679F-459B-8743-9F3C-64DAF79235EA}" dt="2021-09-24T10:09:43.816" v="289" actId="478"/>
          <ac:spMkLst>
            <pc:docMk/>
            <pc:sldMk cId="2436605257" sldId="3330"/>
            <ac:spMk id="7" creationId="{F43585E2-4588-4EFB-881B-EF5D7DB7EE1D}"/>
          </ac:spMkLst>
        </pc:spChg>
        <pc:spChg chg="mod">
          <ac:chgData name="林 芷歆" userId="45b96cb2-62ac-45c6-b1a7-2382a1a7c7fe" providerId="ADAL" clId="{60D7679F-459B-8743-9F3C-64DAF79235EA}" dt="2021-09-24T10:13:20.259" v="340" actId="207"/>
          <ac:spMkLst>
            <pc:docMk/>
            <pc:sldMk cId="2436605257" sldId="3330"/>
            <ac:spMk id="14" creationId="{76249049-9425-472D-98F8-DA1E80D68DE1}"/>
          </ac:spMkLst>
        </pc:spChg>
        <pc:spChg chg="mod">
          <ac:chgData name="林 芷歆" userId="45b96cb2-62ac-45c6-b1a7-2382a1a7c7fe" providerId="ADAL" clId="{60D7679F-459B-8743-9F3C-64DAF79235EA}" dt="2021-09-24T10:13:26.814" v="341"/>
          <ac:spMkLst>
            <pc:docMk/>
            <pc:sldMk cId="2436605257" sldId="3330"/>
            <ac:spMk id="15" creationId="{AECDD18F-272A-43F0-8999-AD760E4B59F4}"/>
          </ac:spMkLst>
        </pc:spChg>
        <pc:spChg chg="mod">
          <ac:chgData name="林 芷歆" userId="45b96cb2-62ac-45c6-b1a7-2382a1a7c7fe" providerId="ADAL" clId="{60D7679F-459B-8743-9F3C-64DAF79235EA}" dt="2021-09-24T10:13:28.534" v="342"/>
          <ac:spMkLst>
            <pc:docMk/>
            <pc:sldMk cId="2436605257" sldId="3330"/>
            <ac:spMk id="29" creationId="{88EC41F4-878D-485D-A6F0-B57BFAD2C9B6}"/>
          </ac:spMkLst>
        </pc:spChg>
        <pc:spChg chg="mod">
          <ac:chgData name="林 芷歆" userId="45b96cb2-62ac-45c6-b1a7-2382a1a7c7fe" providerId="ADAL" clId="{60D7679F-459B-8743-9F3C-64DAF79235EA}" dt="2021-09-24T10:13:30.163" v="343"/>
          <ac:spMkLst>
            <pc:docMk/>
            <pc:sldMk cId="2436605257" sldId="3330"/>
            <ac:spMk id="32" creationId="{277D0E3B-E341-40CB-9F47-5BEF7EB56019}"/>
          </ac:spMkLst>
        </pc:spChg>
        <pc:spChg chg="mod ord">
          <ac:chgData name="林 芷歆" userId="45b96cb2-62ac-45c6-b1a7-2382a1a7c7fe" providerId="ADAL" clId="{60D7679F-459B-8743-9F3C-64DAF79235EA}" dt="2021-09-24T10:13:02.390" v="337" actId="700"/>
          <ac:spMkLst>
            <pc:docMk/>
            <pc:sldMk cId="2436605257" sldId="3330"/>
            <ac:spMk id="33" creationId="{A8069F0E-15A3-4C6D-A0A7-9F86B7B8DC68}"/>
          </ac:spMkLst>
        </pc:spChg>
        <pc:spChg chg="del mod">
          <ac:chgData name="林 芷歆" userId="45b96cb2-62ac-45c6-b1a7-2382a1a7c7fe" providerId="ADAL" clId="{60D7679F-459B-8743-9F3C-64DAF79235EA}" dt="2021-09-24T10:09:40.779" v="288" actId="478"/>
          <ac:spMkLst>
            <pc:docMk/>
            <pc:sldMk cId="2436605257" sldId="3330"/>
            <ac:spMk id="37" creationId="{0676D67F-68C6-41D0-8063-D497E13ABF79}"/>
          </ac:spMkLst>
        </pc:spChg>
      </pc:sldChg>
      <pc:sldMasterChg chg="addSp delSp modSp mod addSldLayout delSldLayout modSldLayout sldLayoutOrd">
        <pc:chgData name="林 芷歆" userId="45b96cb2-62ac-45c6-b1a7-2382a1a7c7fe" providerId="ADAL" clId="{60D7679F-459B-8743-9F3C-64DAF79235EA}" dt="2021-09-30T06:27:41.591" v="1299" actId="207"/>
        <pc:sldMasterMkLst>
          <pc:docMk/>
          <pc:sldMasterMk cId="2667736428" sldId="2147483648"/>
        </pc:sldMasterMkLst>
        <pc:spChg chg="del">
          <ac:chgData name="林 芷歆" userId="45b96cb2-62ac-45c6-b1a7-2382a1a7c7fe" providerId="ADAL" clId="{60D7679F-459B-8743-9F3C-64DAF79235EA}" dt="2021-09-24T09:57:14.656" v="31" actId="478"/>
          <ac:spMkLst>
            <pc:docMk/>
            <pc:sldMasterMk cId="2667736428" sldId="2147483648"/>
            <ac:spMk id="2" creationId="{00000000-0000-0000-0000-000000000000}"/>
          </ac:spMkLst>
        </pc:spChg>
        <pc:spChg chg="del">
          <ac:chgData name="林 芷歆" userId="45b96cb2-62ac-45c6-b1a7-2382a1a7c7fe" providerId="ADAL" clId="{60D7679F-459B-8743-9F3C-64DAF79235EA}" dt="2021-09-24T09:57:15.748" v="32" actId="478"/>
          <ac:spMkLst>
            <pc:docMk/>
            <pc:sldMasterMk cId="2667736428" sldId="2147483648"/>
            <ac:spMk id="3" creationId="{00000000-0000-0000-0000-000000000000}"/>
          </ac:spMkLst>
        </pc:spChg>
        <pc:spChg chg="del">
          <ac:chgData name="林 芷歆" userId="45b96cb2-62ac-45c6-b1a7-2382a1a7c7fe" providerId="ADAL" clId="{60D7679F-459B-8743-9F3C-64DAF79235EA}" dt="2021-09-24T09:57:18.839" v="33" actId="478"/>
          <ac:spMkLst>
            <pc:docMk/>
            <pc:sldMasterMk cId="2667736428" sldId="2147483648"/>
            <ac:spMk id="4" creationId="{00000000-0000-0000-0000-000000000000}"/>
          </ac:spMkLst>
        </pc:spChg>
        <pc:spChg chg="add mod">
          <ac:chgData name="林 芷歆" userId="45b96cb2-62ac-45c6-b1a7-2382a1a7c7fe" providerId="ADAL" clId="{60D7679F-459B-8743-9F3C-64DAF79235EA}" dt="2021-09-30T06:01:34.736" v="881" actId="2711"/>
          <ac:spMkLst>
            <pc:docMk/>
            <pc:sldMasterMk cId="2667736428" sldId="2147483648"/>
            <ac:spMk id="5" creationId="{92882545-02DC-2544-8E22-5EC65B85D645}"/>
          </ac:spMkLst>
        </pc:spChg>
        <pc:spChg chg="del">
          <ac:chgData name="林 芷歆" userId="45b96cb2-62ac-45c6-b1a7-2382a1a7c7fe" providerId="ADAL" clId="{60D7679F-459B-8743-9F3C-64DAF79235EA}" dt="2021-09-24T09:57:19.871" v="34" actId="478"/>
          <ac:spMkLst>
            <pc:docMk/>
            <pc:sldMasterMk cId="2667736428" sldId="2147483648"/>
            <ac:spMk id="6" creationId="{00000000-0000-0000-0000-000000000000}"/>
          </ac:spMkLst>
        </pc:spChg>
        <pc:spChg chg="add del mod">
          <ac:chgData name="林 芷歆" userId="45b96cb2-62ac-45c6-b1a7-2382a1a7c7fe" providerId="ADAL" clId="{60D7679F-459B-8743-9F3C-64DAF79235EA}" dt="2021-09-24T10:12:18.024" v="330" actId="478"/>
          <ac:spMkLst>
            <pc:docMk/>
            <pc:sldMasterMk cId="2667736428" sldId="2147483648"/>
            <ac:spMk id="9" creationId="{F2421387-92FC-2040-B70F-9AFAFD6A305D}"/>
          </ac:spMkLst>
        </pc:spChg>
        <pc:spChg chg="add del mod">
          <ac:chgData name="林 芷歆" userId="45b96cb2-62ac-45c6-b1a7-2382a1a7c7fe" providerId="ADAL" clId="{60D7679F-459B-8743-9F3C-64DAF79235EA}" dt="2021-09-24T10:21:06.281" v="440" actId="478"/>
          <ac:spMkLst>
            <pc:docMk/>
            <pc:sldMasterMk cId="2667736428" sldId="2147483648"/>
            <ac:spMk id="10" creationId="{7F2F53A6-B16D-DE4C-AC0E-5F1F4AB1FA0C}"/>
          </ac:spMkLst>
        </pc:spChg>
        <pc:sldLayoutChg chg="addSp delSp modSp mod">
          <pc:chgData name="林 芷歆" userId="45b96cb2-62ac-45c6-b1a7-2382a1a7c7fe" providerId="ADAL" clId="{60D7679F-459B-8743-9F3C-64DAF79235EA}" dt="2021-09-30T06:15:50.757" v="1139" actId="1076"/>
          <pc:sldLayoutMkLst>
            <pc:docMk/>
            <pc:sldMasterMk cId="2667736428" sldId="2147483648"/>
            <pc:sldLayoutMk cId="344712772" sldId="2147483649"/>
          </pc:sldLayoutMkLst>
          <pc:spChg chg="add del mod">
            <ac:chgData name="林 芷歆" userId="45b96cb2-62ac-45c6-b1a7-2382a1a7c7fe" providerId="ADAL" clId="{60D7679F-459B-8743-9F3C-64DAF79235EA}" dt="2021-09-24T10:20:04.261" v="432"/>
            <ac:spMkLst>
              <pc:docMk/>
              <pc:sldMasterMk cId="2667736428" sldId="2147483648"/>
              <pc:sldLayoutMk cId="344712772" sldId="2147483649"/>
              <ac:spMk id="2" creationId="{05D8AC21-9113-2643-A548-D07660E54A52}"/>
            </ac:spMkLst>
          </pc:spChg>
          <pc:spChg chg="add del">
            <ac:chgData name="林 芷歆" userId="45b96cb2-62ac-45c6-b1a7-2382a1a7c7fe" providerId="ADAL" clId="{60D7679F-459B-8743-9F3C-64DAF79235EA}" dt="2021-09-30T05:19:20.543" v="545" actId="11529"/>
            <ac:spMkLst>
              <pc:docMk/>
              <pc:sldMasterMk cId="2667736428" sldId="2147483648"/>
              <pc:sldLayoutMk cId="344712772" sldId="2147483649"/>
              <ac:spMk id="2" creationId="{D312078C-436C-2647-AD01-3115F46012B9}"/>
            </ac:spMkLst>
          </pc:spChg>
          <pc:spChg chg="add mod">
            <ac:chgData name="林 芷歆" userId="45b96cb2-62ac-45c6-b1a7-2382a1a7c7fe" providerId="ADAL" clId="{60D7679F-459B-8743-9F3C-64DAF79235EA}" dt="2021-09-30T06:01:48.557" v="883" actId="2711"/>
            <ac:spMkLst>
              <pc:docMk/>
              <pc:sldMasterMk cId="2667736428" sldId="2147483648"/>
              <pc:sldLayoutMk cId="344712772" sldId="2147483649"/>
              <ac:spMk id="3" creationId="{9B9BFA35-0E2A-7C4C-99CE-FF98896F041C}"/>
            </ac:spMkLst>
          </pc:spChg>
          <pc:spChg chg="del">
            <ac:chgData name="林 芷歆" userId="45b96cb2-62ac-45c6-b1a7-2382a1a7c7fe" providerId="ADAL" clId="{60D7679F-459B-8743-9F3C-64DAF79235EA}" dt="2021-09-24T09:57:25.850" v="35" actId="478"/>
            <ac:spMkLst>
              <pc:docMk/>
              <pc:sldMasterMk cId="2667736428" sldId="2147483648"/>
              <pc:sldLayoutMk cId="344712772" sldId="2147483649"/>
              <ac:spMk id="4" creationId="{00000000-0000-0000-0000-000000000000}"/>
            </ac:spMkLst>
          </pc:spChg>
          <pc:spChg chg="add del mod">
            <ac:chgData name="林 芷歆" userId="45b96cb2-62ac-45c6-b1a7-2382a1a7c7fe" providerId="ADAL" clId="{60D7679F-459B-8743-9F3C-64DAF79235EA}" dt="2021-09-30T05:19:41.013" v="579" actId="478"/>
            <ac:spMkLst>
              <pc:docMk/>
              <pc:sldMasterMk cId="2667736428" sldId="2147483648"/>
              <pc:sldLayoutMk cId="344712772" sldId="2147483649"/>
              <ac:spMk id="4" creationId="{FF5B3D12-6B01-3E46-8B74-052794418B8A}"/>
            </ac:spMkLst>
          </pc:spChg>
          <pc:spChg chg="add del">
            <ac:chgData name="林 芷歆" userId="45b96cb2-62ac-45c6-b1a7-2382a1a7c7fe" providerId="ADAL" clId="{60D7679F-459B-8743-9F3C-64DAF79235EA}" dt="2021-09-30T05:29:31.282" v="614" actId="11529"/>
            <ac:spMkLst>
              <pc:docMk/>
              <pc:sldMasterMk cId="2667736428" sldId="2147483648"/>
              <pc:sldLayoutMk cId="344712772" sldId="2147483649"/>
              <ac:spMk id="5" creationId="{8CFE6A16-E514-1D49-9547-1282E767F8FC}"/>
            </ac:spMkLst>
          </pc:spChg>
          <pc:spChg chg="add mod">
            <ac:chgData name="林 芷歆" userId="45b96cb2-62ac-45c6-b1a7-2382a1a7c7fe" providerId="ADAL" clId="{60D7679F-459B-8743-9F3C-64DAF79235EA}" dt="2021-09-30T06:01:48.557" v="883" actId="2711"/>
            <ac:spMkLst>
              <pc:docMk/>
              <pc:sldMasterMk cId="2667736428" sldId="2147483648"/>
              <pc:sldLayoutMk cId="344712772" sldId="2147483649"/>
              <ac:spMk id="6" creationId="{A6730880-5002-E94D-8F5E-ACD6F8D35CD8}"/>
            </ac:spMkLst>
          </pc:spChg>
          <pc:spChg chg="add del mod">
            <ac:chgData name="林 芷歆" userId="45b96cb2-62ac-45c6-b1a7-2382a1a7c7fe" providerId="ADAL" clId="{60D7679F-459B-8743-9F3C-64DAF79235EA}" dt="2021-09-30T05:29:31.282" v="614" actId="11529"/>
            <ac:spMkLst>
              <pc:docMk/>
              <pc:sldMasterMk cId="2667736428" sldId="2147483648"/>
              <pc:sldLayoutMk cId="344712772" sldId="2147483649"/>
              <ac:spMk id="7" creationId="{2E79E82E-5D86-9A4B-B223-A739B7794DF1}"/>
            </ac:spMkLst>
          </pc:spChg>
          <pc:spChg chg="del mod">
            <ac:chgData name="林 芷歆" userId="45b96cb2-62ac-45c6-b1a7-2382a1a7c7fe" providerId="ADAL" clId="{60D7679F-459B-8743-9F3C-64DAF79235EA}" dt="2021-09-24T10:18:03.835" v="417" actId="478"/>
            <ac:spMkLst>
              <pc:docMk/>
              <pc:sldMasterMk cId="2667736428" sldId="2147483648"/>
              <pc:sldLayoutMk cId="344712772" sldId="2147483649"/>
              <ac:spMk id="7" creationId="{E2512EB1-2BDE-44D9-85B1-2E7506B6887D}"/>
            </ac:spMkLst>
          </pc:spChg>
          <pc:spChg chg="del">
            <ac:chgData name="林 芷歆" userId="45b96cb2-62ac-45c6-b1a7-2382a1a7c7fe" providerId="ADAL" clId="{60D7679F-459B-8743-9F3C-64DAF79235EA}" dt="2021-09-24T09:57:27.873" v="36" actId="478"/>
            <ac:spMkLst>
              <pc:docMk/>
              <pc:sldMasterMk cId="2667736428" sldId="2147483648"/>
              <pc:sldLayoutMk cId="344712772" sldId="2147483649"/>
              <ac:spMk id="9" creationId="{95D51359-9368-40B6-93BF-B741137CE796}"/>
            </ac:spMkLst>
          </pc:spChg>
          <pc:spChg chg="add mod">
            <ac:chgData name="林 芷歆" userId="45b96cb2-62ac-45c6-b1a7-2382a1a7c7fe" providerId="ADAL" clId="{60D7679F-459B-8743-9F3C-64DAF79235EA}" dt="2021-09-30T06:01:48.557" v="883" actId="2711"/>
            <ac:spMkLst>
              <pc:docMk/>
              <pc:sldMasterMk cId="2667736428" sldId="2147483648"/>
              <pc:sldLayoutMk cId="344712772" sldId="2147483649"/>
              <ac:spMk id="10" creationId="{551BC507-08B9-7F41-BF0F-ED2A81449087}"/>
            </ac:spMkLst>
          </pc:spChg>
          <pc:spChg chg="add del mod">
            <ac:chgData name="林 芷歆" userId="45b96cb2-62ac-45c6-b1a7-2382a1a7c7fe" providerId="ADAL" clId="{60D7679F-459B-8743-9F3C-64DAF79235EA}" dt="2021-09-30T05:19:39.179" v="578" actId="478"/>
            <ac:spMkLst>
              <pc:docMk/>
              <pc:sldMasterMk cId="2667736428" sldId="2147483648"/>
              <pc:sldLayoutMk cId="344712772" sldId="2147483649"/>
              <ac:spMk id="11" creationId="{D155A0E6-38A6-AE4A-A46F-DBEA80EE53E5}"/>
            </ac:spMkLst>
          </pc:spChg>
          <pc:spChg chg="add del mod">
            <ac:chgData name="林 芷歆" userId="45b96cb2-62ac-45c6-b1a7-2382a1a7c7fe" providerId="ADAL" clId="{60D7679F-459B-8743-9F3C-64DAF79235EA}" dt="2021-09-30T06:04:22.417" v="952" actId="478"/>
            <ac:spMkLst>
              <pc:docMk/>
              <pc:sldMasterMk cId="2667736428" sldId="2147483648"/>
              <pc:sldLayoutMk cId="344712772" sldId="2147483649"/>
              <ac:spMk id="12" creationId="{3443DDE8-4964-1644-9F65-DD94C3920983}"/>
            </ac:spMkLst>
          </pc:spChg>
          <pc:spChg chg="add mod">
            <ac:chgData name="林 芷歆" userId="45b96cb2-62ac-45c6-b1a7-2382a1a7c7fe" providerId="ADAL" clId="{60D7679F-459B-8743-9F3C-64DAF79235EA}" dt="2021-09-30T06:01:48.557" v="883" actId="2711"/>
            <ac:spMkLst>
              <pc:docMk/>
              <pc:sldMasterMk cId="2667736428" sldId="2147483648"/>
              <pc:sldLayoutMk cId="344712772" sldId="2147483649"/>
              <ac:spMk id="13" creationId="{1C6BDCFC-4844-DC4B-AAB2-4E58BAFF1703}"/>
            </ac:spMkLst>
          </pc:spChg>
          <pc:spChg chg="add mod">
            <ac:chgData name="林 芷歆" userId="45b96cb2-62ac-45c6-b1a7-2382a1a7c7fe" providerId="ADAL" clId="{60D7679F-459B-8743-9F3C-64DAF79235EA}" dt="2021-09-30T06:01:48.557" v="883" actId="2711"/>
            <ac:spMkLst>
              <pc:docMk/>
              <pc:sldMasterMk cId="2667736428" sldId="2147483648"/>
              <pc:sldLayoutMk cId="344712772" sldId="2147483649"/>
              <ac:spMk id="14" creationId="{8E85584A-1AC9-234E-98BD-E788CE6C3A39}"/>
            </ac:spMkLst>
          </pc:spChg>
          <pc:spChg chg="add del mod">
            <ac:chgData name="林 芷歆" userId="45b96cb2-62ac-45c6-b1a7-2382a1a7c7fe" providerId="ADAL" clId="{60D7679F-459B-8743-9F3C-64DAF79235EA}" dt="2021-09-30T06:05:13.106" v="963" actId="478"/>
            <ac:spMkLst>
              <pc:docMk/>
              <pc:sldMasterMk cId="2667736428" sldId="2147483648"/>
              <pc:sldLayoutMk cId="344712772" sldId="2147483649"/>
              <ac:spMk id="15" creationId="{412D4164-1B08-8347-B90E-012D49DD658E}"/>
            </ac:spMkLst>
          </pc:spChg>
          <pc:spChg chg="add del mod">
            <ac:chgData name="林 芷歆" userId="45b96cb2-62ac-45c6-b1a7-2382a1a7c7fe" providerId="ADAL" clId="{60D7679F-459B-8743-9F3C-64DAF79235EA}" dt="2021-09-30T06:04:49.393" v="957" actId="478"/>
            <ac:spMkLst>
              <pc:docMk/>
              <pc:sldMasterMk cId="2667736428" sldId="2147483648"/>
              <pc:sldLayoutMk cId="344712772" sldId="2147483649"/>
              <ac:spMk id="16" creationId="{31F0405A-8122-124F-8F22-543E9BD69442}"/>
            </ac:spMkLst>
          </pc:spChg>
          <pc:spChg chg="add del mod">
            <ac:chgData name="林 芷歆" userId="45b96cb2-62ac-45c6-b1a7-2382a1a7c7fe" providerId="ADAL" clId="{60D7679F-459B-8743-9F3C-64DAF79235EA}" dt="2021-09-24T10:29:55.646" v="533" actId="478"/>
            <ac:spMkLst>
              <pc:docMk/>
              <pc:sldMasterMk cId="2667736428" sldId="2147483648"/>
              <pc:sldLayoutMk cId="344712772" sldId="2147483649"/>
              <ac:spMk id="17" creationId="{AECDAEA6-5218-E740-B17C-0DEE0A6F5265}"/>
            </ac:spMkLst>
          </pc:spChg>
          <pc:spChg chg="add mod">
            <ac:chgData name="林 芷歆" userId="45b96cb2-62ac-45c6-b1a7-2382a1a7c7fe" providerId="ADAL" clId="{60D7679F-459B-8743-9F3C-64DAF79235EA}" dt="2021-09-30T06:01:48.557" v="883" actId="2711"/>
            <ac:spMkLst>
              <pc:docMk/>
              <pc:sldMasterMk cId="2667736428" sldId="2147483648"/>
              <pc:sldLayoutMk cId="344712772" sldId="2147483649"/>
              <ac:spMk id="18" creationId="{04D8AB0A-AE53-B942-8073-E5B49776D07B}"/>
            </ac:spMkLst>
          </pc:spChg>
          <pc:spChg chg="add mod">
            <ac:chgData name="林 芷歆" userId="45b96cb2-62ac-45c6-b1a7-2382a1a7c7fe" providerId="ADAL" clId="{60D7679F-459B-8743-9F3C-64DAF79235EA}" dt="2021-09-30T06:01:48.557" v="883" actId="2711"/>
            <ac:spMkLst>
              <pc:docMk/>
              <pc:sldMasterMk cId="2667736428" sldId="2147483648"/>
              <pc:sldLayoutMk cId="344712772" sldId="2147483649"/>
              <ac:spMk id="19" creationId="{A086980B-3ED5-D048-AF05-3720E4520807}"/>
            </ac:spMkLst>
          </pc:spChg>
          <pc:spChg chg="add del mod">
            <ac:chgData name="林 芷歆" userId="45b96cb2-62ac-45c6-b1a7-2382a1a7c7fe" providerId="ADAL" clId="{60D7679F-459B-8743-9F3C-64DAF79235EA}" dt="2021-09-30T06:05:13.106" v="963" actId="478"/>
            <ac:spMkLst>
              <pc:docMk/>
              <pc:sldMasterMk cId="2667736428" sldId="2147483648"/>
              <pc:sldLayoutMk cId="344712772" sldId="2147483649"/>
              <ac:spMk id="20" creationId="{83F6BB3E-66DC-A147-A6B5-C8D6000406DF}"/>
            </ac:spMkLst>
          </pc:spChg>
          <pc:spChg chg="add del mod">
            <ac:chgData name="林 芷歆" userId="45b96cb2-62ac-45c6-b1a7-2382a1a7c7fe" providerId="ADAL" clId="{60D7679F-459B-8743-9F3C-64DAF79235EA}" dt="2021-09-30T06:04:49.393" v="957" actId="478"/>
            <ac:spMkLst>
              <pc:docMk/>
              <pc:sldMasterMk cId="2667736428" sldId="2147483648"/>
              <pc:sldLayoutMk cId="344712772" sldId="2147483649"/>
              <ac:spMk id="21" creationId="{CC8B9F26-104E-194E-8487-D04CAC74E06B}"/>
            </ac:spMkLst>
          </pc:spChg>
          <pc:spChg chg="add mod">
            <ac:chgData name="林 芷歆" userId="45b96cb2-62ac-45c6-b1a7-2382a1a7c7fe" providerId="ADAL" clId="{60D7679F-459B-8743-9F3C-64DAF79235EA}" dt="2021-09-30T06:01:48.557" v="883" actId="2711"/>
            <ac:spMkLst>
              <pc:docMk/>
              <pc:sldMasterMk cId="2667736428" sldId="2147483648"/>
              <pc:sldLayoutMk cId="344712772" sldId="2147483649"/>
              <ac:spMk id="22" creationId="{8E2ABBA9-6660-2448-92E6-7C07804E063D}"/>
            </ac:spMkLst>
          </pc:spChg>
          <pc:spChg chg="add mod">
            <ac:chgData name="林 芷歆" userId="45b96cb2-62ac-45c6-b1a7-2382a1a7c7fe" providerId="ADAL" clId="{60D7679F-459B-8743-9F3C-64DAF79235EA}" dt="2021-09-30T06:01:48.557" v="883" actId="2711"/>
            <ac:spMkLst>
              <pc:docMk/>
              <pc:sldMasterMk cId="2667736428" sldId="2147483648"/>
              <pc:sldLayoutMk cId="344712772" sldId="2147483649"/>
              <ac:spMk id="23" creationId="{831F8559-0225-6548-8555-148DFA102D8D}"/>
            </ac:spMkLst>
          </pc:spChg>
          <pc:spChg chg="add del mod">
            <ac:chgData name="林 芷歆" userId="45b96cb2-62ac-45c6-b1a7-2382a1a7c7fe" providerId="ADAL" clId="{60D7679F-459B-8743-9F3C-64DAF79235EA}" dt="2021-09-30T06:05:13.106" v="963" actId="478"/>
            <ac:spMkLst>
              <pc:docMk/>
              <pc:sldMasterMk cId="2667736428" sldId="2147483648"/>
              <pc:sldLayoutMk cId="344712772" sldId="2147483649"/>
              <ac:spMk id="24" creationId="{0D544FC1-49E7-154C-ACE2-0DF4EA148BEC}"/>
            </ac:spMkLst>
          </pc:spChg>
          <pc:spChg chg="add del mod">
            <ac:chgData name="林 芷歆" userId="45b96cb2-62ac-45c6-b1a7-2382a1a7c7fe" providerId="ADAL" clId="{60D7679F-459B-8743-9F3C-64DAF79235EA}" dt="2021-09-30T06:04:49.393" v="957" actId="478"/>
            <ac:spMkLst>
              <pc:docMk/>
              <pc:sldMasterMk cId="2667736428" sldId="2147483648"/>
              <pc:sldLayoutMk cId="344712772" sldId="2147483649"/>
              <ac:spMk id="25" creationId="{A7D3A386-35FB-4546-9211-9B620E72472A}"/>
            </ac:spMkLst>
          </pc:spChg>
          <pc:spChg chg="add del mod">
            <ac:chgData name="林 芷歆" userId="45b96cb2-62ac-45c6-b1a7-2382a1a7c7fe" providerId="ADAL" clId="{60D7679F-459B-8743-9F3C-64DAF79235EA}" dt="2021-09-24T10:29:56.038" v="534" actId="478"/>
            <ac:spMkLst>
              <pc:docMk/>
              <pc:sldMasterMk cId="2667736428" sldId="2147483648"/>
              <pc:sldLayoutMk cId="344712772" sldId="2147483649"/>
              <ac:spMk id="26" creationId="{EAA7C6BB-C75E-0343-AAA1-F9D71F36080A}"/>
            </ac:spMkLst>
          </pc:spChg>
          <pc:spChg chg="add del mod">
            <ac:chgData name="林 芷歆" userId="45b96cb2-62ac-45c6-b1a7-2382a1a7c7fe" providerId="ADAL" clId="{60D7679F-459B-8743-9F3C-64DAF79235EA}" dt="2021-09-24T10:29:57.064" v="535" actId="478"/>
            <ac:spMkLst>
              <pc:docMk/>
              <pc:sldMasterMk cId="2667736428" sldId="2147483648"/>
              <pc:sldLayoutMk cId="344712772" sldId="2147483649"/>
              <ac:spMk id="27" creationId="{7C260BA0-8D81-034E-BD6A-CD04B56E41EC}"/>
            </ac:spMkLst>
          </pc:spChg>
          <pc:spChg chg="add mod">
            <ac:chgData name="林 芷歆" userId="45b96cb2-62ac-45c6-b1a7-2382a1a7c7fe" providerId="ADAL" clId="{60D7679F-459B-8743-9F3C-64DAF79235EA}" dt="2021-09-30T06:15:26.413" v="1130" actId="1076"/>
            <ac:spMkLst>
              <pc:docMk/>
              <pc:sldMasterMk cId="2667736428" sldId="2147483648"/>
              <pc:sldLayoutMk cId="344712772" sldId="2147483649"/>
              <ac:spMk id="28" creationId="{5B302F54-92CC-584E-9F12-2155D5176D38}"/>
            </ac:spMkLst>
          </pc:spChg>
          <pc:spChg chg="add del mod">
            <ac:chgData name="林 芷歆" userId="45b96cb2-62ac-45c6-b1a7-2382a1a7c7fe" providerId="ADAL" clId="{60D7679F-459B-8743-9F3C-64DAF79235EA}" dt="2021-09-30T06:02:00.698" v="887" actId="478"/>
            <ac:spMkLst>
              <pc:docMk/>
              <pc:sldMasterMk cId="2667736428" sldId="2147483648"/>
              <pc:sldLayoutMk cId="344712772" sldId="2147483649"/>
              <ac:spMk id="29" creationId="{CD21F6E8-D454-BE4A-9DBA-F217F7C15AE9}"/>
            </ac:spMkLst>
          </pc:spChg>
          <pc:spChg chg="add del mod">
            <ac:chgData name="林 芷歆" userId="45b96cb2-62ac-45c6-b1a7-2382a1a7c7fe" providerId="ADAL" clId="{60D7679F-459B-8743-9F3C-64DAF79235EA}" dt="2021-09-30T06:02:00.698" v="887" actId="478"/>
            <ac:spMkLst>
              <pc:docMk/>
              <pc:sldMasterMk cId="2667736428" sldId="2147483648"/>
              <pc:sldLayoutMk cId="344712772" sldId="2147483649"/>
              <ac:spMk id="30" creationId="{A6E13AD3-2A6A-FD4B-8AA1-45509BB43997}"/>
            </ac:spMkLst>
          </pc:spChg>
          <pc:spChg chg="add del mod">
            <ac:chgData name="林 芷歆" userId="45b96cb2-62ac-45c6-b1a7-2382a1a7c7fe" providerId="ADAL" clId="{60D7679F-459B-8743-9F3C-64DAF79235EA}" dt="2021-09-30T06:02:00.698" v="887" actId="478"/>
            <ac:spMkLst>
              <pc:docMk/>
              <pc:sldMasterMk cId="2667736428" sldId="2147483648"/>
              <pc:sldLayoutMk cId="344712772" sldId="2147483649"/>
              <ac:spMk id="31" creationId="{F4FD2B8F-2659-9C44-9512-0E1281058829}"/>
            </ac:spMkLst>
          </pc:spChg>
          <pc:spChg chg="add del mod">
            <ac:chgData name="林 芷歆" userId="45b96cb2-62ac-45c6-b1a7-2382a1a7c7fe" providerId="ADAL" clId="{60D7679F-459B-8743-9F3C-64DAF79235EA}" dt="2021-09-30T06:15:33.893" v="1132" actId="478"/>
            <ac:spMkLst>
              <pc:docMk/>
              <pc:sldMasterMk cId="2667736428" sldId="2147483648"/>
              <pc:sldLayoutMk cId="344712772" sldId="2147483649"/>
              <ac:spMk id="32" creationId="{CBCC23D5-CB41-8F4E-9883-D4E23C5F3427}"/>
            </ac:spMkLst>
          </pc:spChg>
          <pc:spChg chg="add del mod">
            <ac:chgData name="林 芷歆" userId="45b96cb2-62ac-45c6-b1a7-2382a1a7c7fe" providerId="ADAL" clId="{60D7679F-459B-8743-9F3C-64DAF79235EA}" dt="2021-09-30T06:15:33.893" v="1132" actId="478"/>
            <ac:spMkLst>
              <pc:docMk/>
              <pc:sldMasterMk cId="2667736428" sldId="2147483648"/>
              <pc:sldLayoutMk cId="344712772" sldId="2147483649"/>
              <ac:spMk id="33" creationId="{96EC904D-C3AD-AE47-9704-500BD2CC7183}"/>
            </ac:spMkLst>
          </pc:spChg>
          <pc:spChg chg="add mod">
            <ac:chgData name="林 芷歆" userId="45b96cb2-62ac-45c6-b1a7-2382a1a7c7fe" providerId="ADAL" clId="{60D7679F-459B-8743-9F3C-64DAF79235EA}" dt="2021-09-30T06:02:24.585" v="895" actId="571"/>
            <ac:spMkLst>
              <pc:docMk/>
              <pc:sldMasterMk cId="2667736428" sldId="2147483648"/>
              <pc:sldLayoutMk cId="344712772" sldId="2147483649"/>
              <ac:spMk id="34" creationId="{E73B1BDD-30F8-EC4D-A046-A955F98E034B}"/>
            </ac:spMkLst>
          </pc:spChg>
          <pc:spChg chg="add mod">
            <ac:chgData name="林 芷歆" userId="45b96cb2-62ac-45c6-b1a7-2382a1a7c7fe" providerId="ADAL" clId="{60D7679F-459B-8743-9F3C-64DAF79235EA}" dt="2021-09-30T06:14:51.638" v="1085" actId="20577"/>
            <ac:spMkLst>
              <pc:docMk/>
              <pc:sldMasterMk cId="2667736428" sldId="2147483648"/>
              <pc:sldLayoutMk cId="344712772" sldId="2147483649"/>
              <ac:spMk id="35" creationId="{1B3B0E8B-5412-0640-8688-098D13009DA9}"/>
            </ac:spMkLst>
          </pc:spChg>
          <pc:spChg chg="add del mod">
            <ac:chgData name="林 芷歆" userId="45b96cb2-62ac-45c6-b1a7-2382a1a7c7fe" providerId="ADAL" clId="{60D7679F-459B-8743-9F3C-64DAF79235EA}" dt="2021-09-30T06:15:33.893" v="1132" actId="478"/>
            <ac:spMkLst>
              <pc:docMk/>
              <pc:sldMasterMk cId="2667736428" sldId="2147483648"/>
              <pc:sldLayoutMk cId="344712772" sldId="2147483649"/>
              <ac:spMk id="36" creationId="{550039AB-2C0C-EC4B-9632-3968C63391E5}"/>
            </ac:spMkLst>
          </pc:spChg>
          <pc:spChg chg="add mod">
            <ac:chgData name="林 芷歆" userId="45b96cb2-62ac-45c6-b1a7-2382a1a7c7fe" providerId="ADAL" clId="{60D7679F-459B-8743-9F3C-64DAF79235EA}" dt="2021-09-30T06:14:54.849" v="1086"/>
            <ac:spMkLst>
              <pc:docMk/>
              <pc:sldMasterMk cId="2667736428" sldId="2147483648"/>
              <pc:sldLayoutMk cId="344712772" sldId="2147483649"/>
              <ac:spMk id="37" creationId="{8E799467-D350-DB4D-9B06-90DFE502B881}"/>
            </ac:spMkLst>
          </pc:spChg>
          <pc:spChg chg="add mod">
            <ac:chgData name="林 芷歆" userId="45b96cb2-62ac-45c6-b1a7-2382a1a7c7fe" providerId="ADAL" clId="{60D7679F-459B-8743-9F3C-64DAF79235EA}" dt="2021-09-30T06:05:00.515" v="961"/>
            <ac:spMkLst>
              <pc:docMk/>
              <pc:sldMasterMk cId="2667736428" sldId="2147483648"/>
              <pc:sldLayoutMk cId="344712772" sldId="2147483649"/>
              <ac:spMk id="38" creationId="{D343DEAD-D2D5-FE41-939E-87487738D5C0}"/>
            </ac:spMkLst>
          </pc:spChg>
          <pc:spChg chg="add mod">
            <ac:chgData name="林 芷歆" userId="45b96cb2-62ac-45c6-b1a7-2382a1a7c7fe" providerId="ADAL" clId="{60D7679F-459B-8743-9F3C-64DAF79235EA}" dt="2021-09-30T06:14:55.938" v="1087"/>
            <ac:spMkLst>
              <pc:docMk/>
              <pc:sldMasterMk cId="2667736428" sldId="2147483648"/>
              <pc:sldLayoutMk cId="344712772" sldId="2147483649"/>
              <ac:spMk id="39" creationId="{2F9D4381-AB1E-E34C-8E83-0DD21927BB72}"/>
            </ac:spMkLst>
          </pc:spChg>
          <pc:spChg chg="add mod">
            <ac:chgData name="林 芷歆" userId="45b96cb2-62ac-45c6-b1a7-2382a1a7c7fe" providerId="ADAL" clId="{60D7679F-459B-8743-9F3C-64DAF79235EA}" dt="2021-09-30T06:14:57.650" v="1088"/>
            <ac:spMkLst>
              <pc:docMk/>
              <pc:sldMasterMk cId="2667736428" sldId="2147483648"/>
              <pc:sldLayoutMk cId="344712772" sldId="2147483649"/>
              <ac:spMk id="40" creationId="{BF6DF5AF-297C-1A44-AD6A-F82D52F5789E}"/>
            </ac:spMkLst>
          </pc:spChg>
          <pc:spChg chg="add mod">
            <ac:chgData name="林 芷歆" userId="45b96cb2-62ac-45c6-b1a7-2382a1a7c7fe" providerId="ADAL" clId="{60D7679F-459B-8743-9F3C-64DAF79235EA}" dt="2021-09-30T06:15:13.074" v="1112" actId="20577"/>
            <ac:spMkLst>
              <pc:docMk/>
              <pc:sldMasterMk cId="2667736428" sldId="2147483648"/>
              <pc:sldLayoutMk cId="344712772" sldId="2147483649"/>
              <ac:spMk id="41" creationId="{86B5F81B-505D-834C-984D-9ACF48131779}"/>
            </ac:spMkLst>
          </pc:spChg>
          <pc:spChg chg="add mod">
            <ac:chgData name="林 芷歆" userId="45b96cb2-62ac-45c6-b1a7-2382a1a7c7fe" providerId="ADAL" clId="{60D7679F-459B-8743-9F3C-64DAF79235EA}" dt="2021-09-30T06:15:10.991" v="1107" actId="20577"/>
            <ac:spMkLst>
              <pc:docMk/>
              <pc:sldMasterMk cId="2667736428" sldId="2147483648"/>
              <pc:sldLayoutMk cId="344712772" sldId="2147483649"/>
              <ac:spMk id="42" creationId="{FCA8D2F7-FE82-F844-B654-BA29EB136FCF}"/>
            </ac:spMkLst>
          </pc:spChg>
          <pc:spChg chg="add mod">
            <ac:chgData name="林 芷歆" userId="45b96cb2-62ac-45c6-b1a7-2382a1a7c7fe" providerId="ADAL" clId="{60D7679F-459B-8743-9F3C-64DAF79235EA}" dt="2021-09-30T06:15:08.675" v="1102" actId="20577"/>
            <ac:spMkLst>
              <pc:docMk/>
              <pc:sldMasterMk cId="2667736428" sldId="2147483648"/>
              <pc:sldLayoutMk cId="344712772" sldId="2147483649"/>
              <ac:spMk id="43" creationId="{A822707C-2AD9-924F-8D2B-25A710894FBC}"/>
            </ac:spMkLst>
          </pc:spChg>
          <pc:spChg chg="add mod">
            <ac:chgData name="林 芷歆" userId="45b96cb2-62ac-45c6-b1a7-2382a1a7c7fe" providerId="ADAL" clId="{60D7679F-459B-8743-9F3C-64DAF79235EA}" dt="2021-09-30T06:15:30.034" v="1131"/>
            <ac:spMkLst>
              <pc:docMk/>
              <pc:sldMasterMk cId="2667736428" sldId="2147483648"/>
              <pc:sldLayoutMk cId="344712772" sldId="2147483649"/>
              <ac:spMk id="44" creationId="{D8CBB71C-AF0C-BA48-93EC-21EDB2360BA5}"/>
            </ac:spMkLst>
          </pc:spChg>
          <pc:spChg chg="add mod">
            <ac:chgData name="林 芷歆" userId="45b96cb2-62ac-45c6-b1a7-2382a1a7c7fe" providerId="ADAL" clId="{60D7679F-459B-8743-9F3C-64DAF79235EA}" dt="2021-09-30T06:15:42.781" v="1137" actId="1076"/>
            <ac:spMkLst>
              <pc:docMk/>
              <pc:sldMasterMk cId="2667736428" sldId="2147483648"/>
              <pc:sldLayoutMk cId="344712772" sldId="2147483649"/>
              <ac:spMk id="45" creationId="{F4D6284C-9128-3549-BA1B-165535A968B0}"/>
            </ac:spMkLst>
          </pc:spChg>
          <pc:spChg chg="add mod">
            <ac:chgData name="林 芷歆" userId="45b96cb2-62ac-45c6-b1a7-2382a1a7c7fe" providerId="ADAL" clId="{60D7679F-459B-8743-9F3C-64DAF79235EA}" dt="2021-09-30T06:15:47.708" v="1138" actId="571"/>
            <ac:spMkLst>
              <pc:docMk/>
              <pc:sldMasterMk cId="2667736428" sldId="2147483648"/>
              <pc:sldLayoutMk cId="344712772" sldId="2147483649"/>
              <ac:spMk id="46" creationId="{9FB80B9A-A0FF-2B46-95DC-BCE663975BE6}"/>
            </ac:spMkLst>
          </pc:spChg>
          <pc:spChg chg="add mod">
            <ac:chgData name="林 芷歆" userId="45b96cb2-62ac-45c6-b1a7-2382a1a7c7fe" providerId="ADAL" clId="{60D7679F-459B-8743-9F3C-64DAF79235EA}" dt="2021-09-30T06:15:50.757" v="1139" actId="1076"/>
            <ac:spMkLst>
              <pc:docMk/>
              <pc:sldMasterMk cId="2667736428" sldId="2147483648"/>
              <pc:sldLayoutMk cId="344712772" sldId="2147483649"/>
              <ac:spMk id="47" creationId="{504B743F-D8FB-ED4E-BCB4-3782E2859169}"/>
            </ac:spMkLst>
          </pc:spChg>
          <pc:picChg chg="mod">
            <ac:chgData name="林 芷歆" userId="45b96cb2-62ac-45c6-b1a7-2382a1a7c7fe" providerId="ADAL" clId="{60D7679F-459B-8743-9F3C-64DAF79235EA}" dt="2021-09-30T06:01:48.557" v="883" actId="2711"/>
            <ac:picMkLst>
              <pc:docMk/>
              <pc:sldMasterMk cId="2667736428" sldId="2147483648"/>
              <pc:sldLayoutMk cId="344712772" sldId="2147483649"/>
              <ac:picMk id="8" creationId="{2A72E6C8-E41B-4608-858F-272DF84308E4}"/>
            </ac:picMkLst>
          </pc:picChg>
        </pc:sldLayoutChg>
        <pc:sldLayoutChg chg="addSp delSp modSp del mod">
          <pc:chgData name="林 芷歆" userId="45b96cb2-62ac-45c6-b1a7-2382a1a7c7fe" providerId="ADAL" clId="{60D7679F-459B-8743-9F3C-64DAF79235EA}" dt="2021-09-30T05:52:26.519" v="690" actId="2696"/>
          <pc:sldLayoutMkLst>
            <pc:docMk/>
            <pc:sldMasterMk cId="2667736428" sldId="2147483648"/>
            <pc:sldLayoutMk cId="3510352153" sldId="2147483650"/>
          </pc:sldLayoutMkLst>
          <pc:spChg chg="del">
            <ac:chgData name="林 芷歆" userId="45b96cb2-62ac-45c6-b1a7-2382a1a7c7fe" providerId="ADAL" clId="{60D7679F-459B-8743-9F3C-64DAF79235EA}" dt="2021-09-24T10:17:51.304" v="414" actId="478"/>
            <ac:spMkLst>
              <pc:docMk/>
              <pc:sldMasterMk cId="2667736428" sldId="2147483648"/>
              <pc:sldLayoutMk cId="3510352153" sldId="2147483650"/>
              <ac:spMk id="2" creationId="{00000000-0000-0000-0000-000000000000}"/>
            </ac:spMkLst>
          </pc:spChg>
          <pc:spChg chg="del">
            <ac:chgData name="林 芷歆" userId="45b96cb2-62ac-45c6-b1a7-2382a1a7c7fe" providerId="ADAL" clId="{60D7679F-459B-8743-9F3C-64DAF79235EA}" dt="2021-09-24T10:17:50.639" v="413" actId="478"/>
            <ac:spMkLst>
              <pc:docMk/>
              <pc:sldMasterMk cId="2667736428" sldId="2147483648"/>
              <pc:sldLayoutMk cId="3510352153" sldId="2147483650"/>
              <ac:spMk id="3" creationId="{00000000-0000-0000-0000-000000000000}"/>
            </ac:spMkLst>
          </pc:spChg>
          <pc:spChg chg="add mod">
            <ac:chgData name="林 芷歆" userId="45b96cb2-62ac-45c6-b1a7-2382a1a7c7fe" providerId="ADAL" clId="{60D7679F-459B-8743-9F3C-64DAF79235EA}" dt="2021-09-24T10:22:03.066" v="454"/>
            <ac:spMkLst>
              <pc:docMk/>
              <pc:sldMasterMk cId="2667736428" sldId="2147483648"/>
              <pc:sldLayoutMk cId="3510352153" sldId="2147483650"/>
              <ac:spMk id="5" creationId="{96EB9D46-2AA6-284D-A702-1C8423D3812E}"/>
            </ac:spMkLst>
          </pc:spChg>
        </pc:sldLayoutChg>
        <pc:sldLayoutChg chg="addSp delSp modSp add del mod setBg">
          <pc:chgData name="林 芷歆" userId="45b96cb2-62ac-45c6-b1a7-2382a1a7c7fe" providerId="ADAL" clId="{60D7679F-459B-8743-9F3C-64DAF79235EA}" dt="2021-09-30T05:56:24.462" v="784" actId="242"/>
          <pc:sldLayoutMkLst>
            <pc:docMk/>
            <pc:sldMasterMk cId="2667736428" sldId="2147483648"/>
            <pc:sldLayoutMk cId="891189639" sldId="2147483651"/>
          </pc:sldLayoutMkLst>
          <pc:spChg chg="add del">
            <ac:chgData name="林 芷歆" userId="45b96cb2-62ac-45c6-b1a7-2382a1a7c7fe" providerId="ADAL" clId="{60D7679F-459B-8743-9F3C-64DAF79235EA}" dt="2021-09-24T10:16:58.843" v="401" actId="11529"/>
            <ac:spMkLst>
              <pc:docMk/>
              <pc:sldMasterMk cId="2667736428" sldId="2147483648"/>
              <pc:sldLayoutMk cId="891189639" sldId="2147483651"/>
              <ac:spMk id="2" creationId="{C1884164-E7C2-AD4B-8F8B-1C30160AE7F9}"/>
            </ac:spMkLst>
          </pc:spChg>
          <pc:spChg chg="add del mod">
            <ac:chgData name="林 芷歆" userId="45b96cb2-62ac-45c6-b1a7-2382a1a7c7fe" providerId="ADAL" clId="{60D7679F-459B-8743-9F3C-64DAF79235EA}" dt="2021-09-24T10:16:58.843" v="401" actId="11529"/>
            <ac:spMkLst>
              <pc:docMk/>
              <pc:sldMasterMk cId="2667736428" sldId="2147483648"/>
              <pc:sldLayoutMk cId="891189639" sldId="2147483651"/>
              <ac:spMk id="3" creationId="{19BBDD0B-8B49-3041-B668-8D0FA35B0540}"/>
            </ac:spMkLst>
          </pc:spChg>
          <pc:spChg chg="mod topLvl">
            <ac:chgData name="林 芷歆" userId="45b96cb2-62ac-45c6-b1a7-2382a1a7c7fe" providerId="ADAL" clId="{60D7679F-459B-8743-9F3C-64DAF79235EA}" dt="2021-09-24T10:27:29.889" v="508" actId="20577"/>
            <ac:spMkLst>
              <pc:docMk/>
              <pc:sldMasterMk cId="2667736428" sldId="2147483648"/>
              <pc:sldLayoutMk cId="891189639" sldId="2147483651"/>
              <ac:spMk id="5" creationId="{93A1F0D2-880F-2844-9A5A-2A97BEB4D76B}"/>
            </ac:spMkLst>
          </pc:spChg>
          <pc:spChg chg="del">
            <ac:chgData name="林 芷歆" userId="45b96cb2-62ac-45c6-b1a7-2382a1a7c7fe" providerId="ADAL" clId="{60D7679F-459B-8743-9F3C-64DAF79235EA}" dt="2021-09-24T10:02:07.704" v="92" actId="478"/>
            <ac:spMkLst>
              <pc:docMk/>
              <pc:sldMasterMk cId="2667736428" sldId="2147483648"/>
              <pc:sldLayoutMk cId="891189639" sldId="2147483651"/>
              <ac:spMk id="6" creationId="{00000000-0000-0000-0000-000000000000}"/>
            </ac:spMkLst>
          </pc:spChg>
          <pc:spChg chg="del mod">
            <ac:chgData name="林 芷歆" userId="45b96cb2-62ac-45c6-b1a7-2382a1a7c7fe" providerId="ADAL" clId="{60D7679F-459B-8743-9F3C-64DAF79235EA}" dt="2021-09-24T10:02:19.661" v="95" actId="478"/>
            <ac:spMkLst>
              <pc:docMk/>
              <pc:sldMasterMk cId="2667736428" sldId="2147483648"/>
              <pc:sldLayoutMk cId="891189639" sldId="2147483651"/>
              <ac:spMk id="7" creationId="{575BF45B-A003-4D46-93BE-F9389A8DE8A9}"/>
            </ac:spMkLst>
          </pc:spChg>
          <pc:spChg chg="add del mod topLvl">
            <ac:chgData name="林 芷歆" userId="45b96cb2-62ac-45c6-b1a7-2382a1a7c7fe" providerId="ADAL" clId="{60D7679F-459B-8743-9F3C-64DAF79235EA}" dt="2021-09-24T10:27:22.509" v="505" actId="20577"/>
            <ac:spMkLst>
              <pc:docMk/>
              <pc:sldMasterMk cId="2667736428" sldId="2147483648"/>
              <pc:sldLayoutMk cId="891189639" sldId="2147483651"/>
              <ac:spMk id="8" creationId="{BB393A45-B272-0C4E-A795-C9570FC20130}"/>
            </ac:spMkLst>
          </pc:spChg>
          <pc:spChg chg="mod topLvl">
            <ac:chgData name="林 芷歆" userId="45b96cb2-62ac-45c6-b1a7-2382a1a7c7fe" providerId="ADAL" clId="{60D7679F-459B-8743-9F3C-64DAF79235EA}" dt="2021-09-24T10:27:25.165" v="506" actId="20577"/>
            <ac:spMkLst>
              <pc:docMk/>
              <pc:sldMasterMk cId="2667736428" sldId="2147483648"/>
              <pc:sldLayoutMk cId="891189639" sldId="2147483651"/>
              <ac:spMk id="9" creationId="{377833B0-2C25-4D4F-8DB1-2CBEECDE1431}"/>
            </ac:spMkLst>
          </pc:spChg>
          <pc:spChg chg="mod topLvl">
            <ac:chgData name="林 芷歆" userId="45b96cb2-62ac-45c6-b1a7-2382a1a7c7fe" providerId="ADAL" clId="{60D7679F-459B-8743-9F3C-64DAF79235EA}" dt="2021-09-24T10:06:33.502" v="247" actId="165"/>
            <ac:spMkLst>
              <pc:docMk/>
              <pc:sldMasterMk cId="2667736428" sldId="2147483648"/>
              <pc:sldLayoutMk cId="891189639" sldId="2147483651"/>
              <ac:spMk id="10" creationId="{3B73927B-77A6-D74B-9F00-D533817B6DAA}"/>
            </ac:spMkLst>
          </pc:spChg>
          <pc:spChg chg="mod topLvl">
            <ac:chgData name="林 芷歆" userId="45b96cb2-62ac-45c6-b1a7-2382a1a7c7fe" providerId="ADAL" clId="{60D7679F-459B-8743-9F3C-64DAF79235EA}" dt="2021-09-24T10:06:33.502" v="247" actId="165"/>
            <ac:spMkLst>
              <pc:docMk/>
              <pc:sldMasterMk cId="2667736428" sldId="2147483648"/>
              <pc:sldLayoutMk cId="891189639" sldId="2147483651"/>
              <ac:spMk id="11" creationId="{9460632E-4467-2545-870C-BC40E57629D1}"/>
            </ac:spMkLst>
          </pc:spChg>
          <pc:spChg chg="mod topLvl">
            <ac:chgData name="林 芷歆" userId="45b96cb2-62ac-45c6-b1a7-2382a1a7c7fe" providerId="ADAL" clId="{60D7679F-459B-8743-9F3C-64DAF79235EA}" dt="2021-09-24T10:06:33.502" v="247" actId="165"/>
            <ac:spMkLst>
              <pc:docMk/>
              <pc:sldMasterMk cId="2667736428" sldId="2147483648"/>
              <pc:sldLayoutMk cId="891189639" sldId="2147483651"/>
              <ac:spMk id="12" creationId="{2B0DE163-1039-EF49-B261-BBEED433C322}"/>
            </ac:spMkLst>
          </pc:spChg>
          <pc:spChg chg="mod topLvl">
            <ac:chgData name="林 芷歆" userId="45b96cb2-62ac-45c6-b1a7-2382a1a7c7fe" providerId="ADAL" clId="{60D7679F-459B-8743-9F3C-64DAF79235EA}" dt="2021-09-24T10:27:26.852" v="507" actId="20577"/>
            <ac:spMkLst>
              <pc:docMk/>
              <pc:sldMasterMk cId="2667736428" sldId="2147483648"/>
              <pc:sldLayoutMk cId="891189639" sldId="2147483651"/>
              <ac:spMk id="13" creationId="{16572300-8CFC-A14A-93B9-16DC66A14CD5}"/>
            </ac:spMkLst>
          </pc:spChg>
          <pc:spChg chg="mod topLvl">
            <ac:chgData name="林 芷歆" userId="45b96cb2-62ac-45c6-b1a7-2382a1a7c7fe" providerId="ADAL" clId="{60D7679F-459B-8743-9F3C-64DAF79235EA}" dt="2021-09-24T10:06:33.502" v="247" actId="165"/>
            <ac:spMkLst>
              <pc:docMk/>
              <pc:sldMasterMk cId="2667736428" sldId="2147483648"/>
              <pc:sldLayoutMk cId="891189639" sldId="2147483651"/>
              <ac:spMk id="14" creationId="{1383B4C8-C48B-6149-81C8-1F67793D525A}"/>
            </ac:spMkLst>
          </pc:spChg>
          <pc:spChg chg="add del mod">
            <ac:chgData name="林 芷歆" userId="45b96cb2-62ac-45c6-b1a7-2382a1a7c7fe" providerId="ADAL" clId="{60D7679F-459B-8743-9F3C-64DAF79235EA}" dt="2021-09-24T10:06:23.262" v="244" actId="478"/>
            <ac:spMkLst>
              <pc:docMk/>
              <pc:sldMasterMk cId="2667736428" sldId="2147483648"/>
              <pc:sldLayoutMk cId="891189639" sldId="2147483651"/>
              <ac:spMk id="15" creationId="{7FDC6067-AEE7-8A4A-8893-CE8682A93864}"/>
            </ac:spMkLst>
          </pc:spChg>
          <pc:spChg chg="add del mod">
            <ac:chgData name="林 芷歆" userId="45b96cb2-62ac-45c6-b1a7-2382a1a7c7fe" providerId="ADAL" clId="{60D7679F-459B-8743-9F3C-64DAF79235EA}" dt="2021-09-24T10:05:55.854" v="239"/>
            <ac:spMkLst>
              <pc:docMk/>
              <pc:sldMasterMk cId="2667736428" sldId="2147483648"/>
              <pc:sldLayoutMk cId="891189639" sldId="2147483651"/>
              <ac:spMk id="16" creationId="{A5626C39-3D8D-6A48-84D6-FB3EC8A42BBD}"/>
            </ac:spMkLst>
          </pc:spChg>
          <pc:spChg chg="add del mod">
            <ac:chgData name="林 芷歆" userId="45b96cb2-62ac-45c6-b1a7-2382a1a7c7fe" providerId="ADAL" clId="{60D7679F-459B-8743-9F3C-64DAF79235EA}" dt="2021-09-24T10:05:55.854" v="239"/>
            <ac:spMkLst>
              <pc:docMk/>
              <pc:sldMasterMk cId="2667736428" sldId="2147483648"/>
              <pc:sldLayoutMk cId="891189639" sldId="2147483651"/>
              <ac:spMk id="17" creationId="{1F963479-4E8A-CE4C-8052-695D0F14BA00}"/>
            </ac:spMkLst>
          </pc:spChg>
          <pc:spChg chg="add del mod">
            <ac:chgData name="林 芷歆" userId="45b96cb2-62ac-45c6-b1a7-2382a1a7c7fe" providerId="ADAL" clId="{60D7679F-459B-8743-9F3C-64DAF79235EA}" dt="2021-09-24T10:05:55.854" v="239"/>
            <ac:spMkLst>
              <pc:docMk/>
              <pc:sldMasterMk cId="2667736428" sldId="2147483648"/>
              <pc:sldLayoutMk cId="891189639" sldId="2147483651"/>
              <ac:spMk id="18" creationId="{F02309B2-BC6A-4C4A-A9BE-3FC79650CB78}"/>
            </ac:spMkLst>
          </pc:spChg>
          <pc:spChg chg="add del mod">
            <ac:chgData name="林 芷歆" userId="45b96cb2-62ac-45c6-b1a7-2382a1a7c7fe" providerId="ADAL" clId="{60D7679F-459B-8743-9F3C-64DAF79235EA}" dt="2021-09-24T10:05:55.854" v="239"/>
            <ac:spMkLst>
              <pc:docMk/>
              <pc:sldMasterMk cId="2667736428" sldId="2147483648"/>
              <pc:sldLayoutMk cId="891189639" sldId="2147483651"/>
              <ac:spMk id="19" creationId="{EA58E7DE-CAB3-AD44-B6CD-7E33B647E5A4}"/>
            </ac:spMkLst>
          </pc:spChg>
          <pc:spChg chg="add del mod">
            <ac:chgData name="林 芷歆" userId="45b96cb2-62ac-45c6-b1a7-2382a1a7c7fe" providerId="ADAL" clId="{60D7679F-459B-8743-9F3C-64DAF79235EA}" dt="2021-09-24T10:05:55.854" v="239"/>
            <ac:spMkLst>
              <pc:docMk/>
              <pc:sldMasterMk cId="2667736428" sldId="2147483648"/>
              <pc:sldLayoutMk cId="891189639" sldId="2147483651"/>
              <ac:spMk id="20" creationId="{302E7EFE-BC67-0B4E-9797-474AD2A779DB}"/>
            </ac:spMkLst>
          </pc:spChg>
          <pc:spChg chg="add del mod">
            <ac:chgData name="林 芷歆" userId="45b96cb2-62ac-45c6-b1a7-2382a1a7c7fe" providerId="ADAL" clId="{60D7679F-459B-8743-9F3C-64DAF79235EA}" dt="2021-09-24T10:05:55.854" v="239"/>
            <ac:spMkLst>
              <pc:docMk/>
              <pc:sldMasterMk cId="2667736428" sldId="2147483648"/>
              <pc:sldLayoutMk cId="891189639" sldId="2147483651"/>
              <ac:spMk id="21" creationId="{D0498F0E-5197-4440-B17A-F5857681E09A}"/>
            </ac:spMkLst>
          </pc:spChg>
          <pc:spChg chg="add del mod">
            <ac:chgData name="林 芷歆" userId="45b96cb2-62ac-45c6-b1a7-2382a1a7c7fe" providerId="ADAL" clId="{60D7679F-459B-8743-9F3C-64DAF79235EA}" dt="2021-09-24T10:05:55.854" v="239"/>
            <ac:spMkLst>
              <pc:docMk/>
              <pc:sldMasterMk cId="2667736428" sldId="2147483648"/>
              <pc:sldLayoutMk cId="891189639" sldId="2147483651"/>
              <ac:spMk id="22" creationId="{DE5CAEC0-5118-F74E-B6D9-032CC675E157}"/>
            </ac:spMkLst>
          </pc:spChg>
          <pc:spChg chg="add del mod">
            <ac:chgData name="林 芷歆" userId="45b96cb2-62ac-45c6-b1a7-2382a1a7c7fe" providerId="ADAL" clId="{60D7679F-459B-8743-9F3C-64DAF79235EA}" dt="2021-09-24T10:05:55.854" v="239"/>
            <ac:spMkLst>
              <pc:docMk/>
              <pc:sldMasterMk cId="2667736428" sldId="2147483648"/>
              <pc:sldLayoutMk cId="891189639" sldId="2147483651"/>
              <ac:spMk id="23" creationId="{F9BE3B40-D48A-3147-B598-532C986CA996}"/>
            </ac:spMkLst>
          </pc:spChg>
          <pc:spChg chg="add del mod">
            <ac:chgData name="林 芷歆" userId="45b96cb2-62ac-45c6-b1a7-2382a1a7c7fe" providerId="ADAL" clId="{60D7679F-459B-8743-9F3C-64DAF79235EA}" dt="2021-09-24T10:05:55.854" v="239"/>
            <ac:spMkLst>
              <pc:docMk/>
              <pc:sldMasterMk cId="2667736428" sldId="2147483648"/>
              <pc:sldLayoutMk cId="891189639" sldId="2147483651"/>
              <ac:spMk id="24" creationId="{10F3EF12-617B-1340-B4C0-73C5A7A63516}"/>
            </ac:spMkLst>
          </pc:spChg>
          <pc:spChg chg="add del mod">
            <ac:chgData name="林 芷歆" userId="45b96cb2-62ac-45c6-b1a7-2382a1a7c7fe" providerId="ADAL" clId="{60D7679F-459B-8743-9F3C-64DAF79235EA}" dt="2021-09-24T10:05:55.854" v="239"/>
            <ac:spMkLst>
              <pc:docMk/>
              <pc:sldMasterMk cId="2667736428" sldId="2147483648"/>
              <pc:sldLayoutMk cId="891189639" sldId="2147483651"/>
              <ac:spMk id="25" creationId="{6D481CD2-73D6-D44B-BC22-17877471A97F}"/>
            </ac:spMkLst>
          </pc:spChg>
          <pc:spChg chg="add del mod">
            <ac:chgData name="林 芷歆" userId="45b96cb2-62ac-45c6-b1a7-2382a1a7c7fe" providerId="ADAL" clId="{60D7679F-459B-8743-9F3C-64DAF79235EA}" dt="2021-09-24T10:05:55.854" v="239"/>
            <ac:spMkLst>
              <pc:docMk/>
              <pc:sldMasterMk cId="2667736428" sldId="2147483648"/>
              <pc:sldLayoutMk cId="891189639" sldId="2147483651"/>
              <ac:spMk id="26" creationId="{3526A8D5-EFD2-8D4E-80B8-BDCA79E33AB4}"/>
            </ac:spMkLst>
          </pc:spChg>
          <pc:spChg chg="add del mod">
            <ac:chgData name="林 芷歆" userId="45b96cb2-62ac-45c6-b1a7-2382a1a7c7fe" providerId="ADAL" clId="{60D7679F-459B-8743-9F3C-64DAF79235EA}" dt="2021-09-24T10:05:55.854" v="239"/>
            <ac:spMkLst>
              <pc:docMk/>
              <pc:sldMasterMk cId="2667736428" sldId="2147483648"/>
              <pc:sldLayoutMk cId="891189639" sldId="2147483651"/>
              <ac:spMk id="27" creationId="{3D71E180-88E8-B545-A944-B65DF84E7283}"/>
            </ac:spMkLst>
          </pc:spChg>
          <pc:spChg chg="add del mod">
            <ac:chgData name="林 芷歆" userId="45b96cb2-62ac-45c6-b1a7-2382a1a7c7fe" providerId="ADAL" clId="{60D7679F-459B-8743-9F3C-64DAF79235EA}" dt="2021-09-24T10:05:55.854" v="239"/>
            <ac:spMkLst>
              <pc:docMk/>
              <pc:sldMasterMk cId="2667736428" sldId="2147483648"/>
              <pc:sldLayoutMk cId="891189639" sldId="2147483651"/>
              <ac:spMk id="28" creationId="{E24AD701-3D19-EB46-AD3F-E4A95F0C59BD}"/>
            </ac:spMkLst>
          </pc:spChg>
          <pc:spChg chg="add del mod">
            <ac:chgData name="林 芷歆" userId="45b96cb2-62ac-45c6-b1a7-2382a1a7c7fe" providerId="ADAL" clId="{60D7679F-459B-8743-9F3C-64DAF79235EA}" dt="2021-09-24T10:05:55.854" v="239"/>
            <ac:spMkLst>
              <pc:docMk/>
              <pc:sldMasterMk cId="2667736428" sldId="2147483648"/>
              <pc:sldLayoutMk cId="891189639" sldId="2147483651"/>
              <ac:spMk id="29" creationId="{7AE638A5-9600-094A-AA9C-08C6DA169F3E}"/>
            </ac:spMkLst>
          </pc:spChg>
          <pc:spChg chg="add del mod">
            <ac:chgData name="林 芷歆" userId="45b96cb2-62ac-45c6-b1a7-2382a1a7c7fe" providerId="ADAL" clId="{60D7679F-459B-8743-9F3C-64DAF79235EA}" dt="2021-09-24T10:05:55.854" v="239"/>
            <ac:spMkLst>
              <pc:docMk/>
              <pc:sldMasterMk cId="2667736428" sldId="2147483648"/>
              <pc:sldLayoutMk cId="891189639" sldId="2147483651"/>
              <ac:spMk id="30" creationId="{AC3E50CF-6CE2-AB45-AB89-0E146F751E5A}"/>
            </ac:spMkLst>
          </pc:spChg>
          <pc:spChg chg="add del mod">
            <ac:chgData name="林 芷歆" userId="45b96cb2-62ac-45c6-b1a7-2382a1a7c7fe" providerId="ADAL" clId="{60D7679F-459B-8743-9F3C-64DAF79235EA}" dt="2021-09-24T10:05:55.854" v="239"/>
            <ac:spMkLst>
              <pc:docMk/>
              <pc:sldMasterMk cId="2667736428" sldId="2147483648"/>
              <pc:sldLayoutMk cId="891189639" sldId="2147483651"/>
              <ac:spMk id="31" creationId="{95775430-D31D-DA49-8EE9-72A0B23A0052}"/>
            </ac:spMkLst>
          </pc:spChg>
          <pc:spChg chg="add del mod">
            <ac:chgData name="林 芷歆" userId="45b96cb2-62ac-45c6-b1a7-2382a1a7c7fe" providerId="ADAL" clId="{60D7679F-459B-8743-9F3C-64DAF79235EA}" dt="2021-09-24T10:05:55.854" v="239"/>
            <ac:spMkLst>
              <pc:docMk/>
              <pc:sldMasterMk cId="2667736428" sldId="2147483648"/>
              <pc:sldLayoutMk cId="891189639" sldId="2147483651"/>
              <ac:spMk id="32" creationId="{1E98163D-D9ED-F643-85A2-54CE8899A46E}"/>
            </ac:spMkLst>
          </pc:spChg>
          <pc:spChg chg="add del mod">
            <ac:chgData name="林 芷歆" userId="45b96cb2-62ac-45c6-b1a7-2382a1a7c7fe" providerId="ADAL" clId="{60D7679F-459B-8743-9F3C-64DAF79235EA}" dt="2021-09-24T10:05:55.854" v="239"/>
            <ac:spMkLst>
              <pc:docMk/>
              <pc:sldMasterMk cId="2667736428" sldId="2147483648"/>
              <pc:sldLayoutMk cId="891189639" sldId="2147483651"/>
              <ac:spMk id="33" creationId="{8CE9CBC7-F8B9-524E-AC36-8F9F133E3983}"/>
            </ac:spMkLst>
          </pc:spChg>
          <pc:spChg chg="add del mod">
            <ac:chgData name="林 芷歆" userId="45b96cb2-62ac-45c6-b1a7-2382a1a7c7fe" providerId="ADAL" clId="{60D7679F-459B-8743-9F3C-64DAF79235EA}" dt="2021-09-24T10:05:55.854" v="239"/>
            <ac:spMkLst>
              <pc:docMk/>
              <pc:sldMasterMk cId="2667736428" sldId="2147483648"/>
              <pc:sldLayoutMk cId="891189639" sldId="2147483651"/>
              <ac:spMk id="34" creationId="{302F275C-F95C-1A46-AB9F-BE013F725263}"/>
            </ac:spMkLst>
          </pc:spChg>
          <pc:spChg chg="add del mod">
            <ac:chgData name="林 芷歆" userId="45b96cb2-62ac-45c6-b1a7-2382a1a7c7fe" providerId="ADAL" clId="{60D7679F-459B-8743-9F3C-64DAF79235EA}" dt="2021-09-24T10:09:00.382" v="281" actId="478"/>
            <ac:spMkLst>
              <pc:docMk/>
              <pc:sldMasterMk cId="2667736428" sldId="2147483648"/>
              <pc:sldLayoutMk cId="891189639" sldId="2147483651"/>
              <ac:spMk id="35" creationId="{B407E601-C50B-DA46-BF4E-5ED984548A1E}"/>
            </ac:spMkLst>
          </pc:spChg>
          <pc:spChg chg="add del mod">
            <ac:chgData name="林 芷歆" userId="45b96cb2-62ac-45c6-b1a7-2382a1a7c7fe" providerId="ADAL" clId="{60D7679F-459B-8743-9F3C-64DAF79235EA}" dt="2021-09-24T10:17:17.306" v="403" actId="478"/>
            <ac:spMkLst>
              <pc:docMk/>
              <pc:sldMasterMk cId="2667736428" sldId="2147483648"/>
              <pc:sldLayoutMk cId="891189639" sldId="2147483651"/>
              <ac:spMk id="36" creationId="{91E137C1-ABA7-E24E-B165-2B026DD0A86A}"/>
            </ac:spMkLst>
          </pc:spChg>
          <pc:spChg chg="add del mod">
            <ac:chgData name="林 芷歆" userId="45b96cb2-62ac-45c6-b1a7-2382a1a7c7fe" providerId="ADAL" clId="{60D7679F-459B-8743-9F3C-64DAF79235EA}" dt="2021-09-24T10:21:42.020" v="451" actId="478"/>
            <ac:spMkLst>
              <pc:docMk/>
              <pc:sldMasterMk cId="2667736428" sldId="2147483648"/>
              <pc:sldLayoutMk cId="891189639" sldId="2147483651"/>
              <ac:spMk id="37" creationId="{D2EA9C68-5453-354C-A484-58849F17F5B7}"/>
            </ac:spMkLst>
          </pc:spChg>
          <pc:spChg chg="add mod">
            <ac:chgData name="林 芷歆" userId="45b96cb2-62ac-45c6-b1a7-2382a1a7c7fe" providerId="ADAL" clId="{60D7679F-459B-8743-9F3C-64DAF79235EA}" dt="2021-09-24T10:22:08.162" v="456"/>
            <ac:spMkLst>
              <pc:docMk/>
              <pc:sldMasterMk cId="2667736428" sldId="2147483648"/>
              <pc:sldLayoutMk cId="891189639" sldId="2147483651"/>
              <ac:spMk id="38" creationId="{0C97C1A2-88AE-994A-949B-567BB0B9D2CE}"/>
            </ac:spMkLst>
          </pc:spChg>
          <pc:spChg chg="add del">
            <ac:chgData name="林 芷歆" userId="45b96cb2-62ac-45c6-b1a7-2382a1a7c7fe" providerId="ADAL" clId="{60D7679F-459B-8743-9F3C-64DAF79235EA}" dt="2021-09-24T10:25:15.157" v="480" actId="11529"/>
            <ac:spMkLst>
              <pc:docMk/>
              <pc:sldMasterMk cId="2667736428" sldId="2147483648"/>
              <pc:sldLayoutMk cId="891189639" sldId="2147483651"/>
              <ac:spMk id="39" creationId="{DFD7D594-CD2B-884F-AC9C-29DB3A370EB3}"/>
            </ac:spMkLst>
          </pc:spChg>
          <pc:spChg chg="add mod">
            <ac:chgData name="林 芷歆" userId="45b96cb2-62ac-45c6-b1a7-2382a1a7c7fe" providerId="ADAL" clId="{60D7679F-459B-8743-9F3C-64DAF79235EA}" dt="2021-09-30T05:56:10.482" v="782" actId="20577"/>
            <ac:spMkLst>
              <pc:docMk/>
              <pc:sldMasterMk cId="2667736428" sldId="2147483648"/>
              <pc:sldLayoutMk cId="891189639" sldId="2147483651"/>
              <ac:spMk id="40" creationId="{5DD2E97A-1C91-9C41-8F6E-5AC334C85F9F}"/>
            </ac:spMkLst>
          </pc:spChg>
          <pc:spChg chg="add mod">
            <ac:chgData name="林 芷歆" userId="45b96cb2-62ac-45c6-b1a7-2382a1a7c7fe" providerId="ADAL" clId="{60D7679F-459B-8743-9F3C-64DAF79235EA}" dt="2021-09-30T05:55:40.331" v="768" actId="242"/>
            <ac:spMkLst>
              <pc:docMk/>
              <pc:sldMasterMk cId="2667736428" sldId="2147483648"/>
              <pc:sldLayoutMk cId="891189639" sldId="2147483651"/>
              <ac:spMk id="41" creationId="{828400E2-B95D-B142-8C14-A32F69EE9C03}"/>
            </ac:spMkLst>
          </pc:spChg>
          <pc:spChg chg="add mod">
            <ac:chgData name="林 芷歆" userId="45b96cb2-62ac-45c6-b1a7-2382a1a7c7fe" providerId="ADAL" clId="{60D7679F-459B-8743-9F3C-64DAF79235EA}" dt="2021-09-30T05:56:13.488" v="783" actId="20577"/>
            <ac:spMkLst>
              <pc:docMk/>
              <pc:sldMasterMk cId="2667736428" sldId="2147483648"/>
              <pc:sldLayoutMk cId="891189639" sldId="2147483651"/>
              <ac:spMk id="42" creationId="{5650DF97-DAF4-C249-B2C3-435BD34E2430}"/>
            </ac:spMkLst>
          </pc:spChg>
          <pc:spChg chg="add mod">
            <ac:chgData name="林 芷歆" userId="45b96cb2-62ac-45c6-b1a7-2382a1a7c7fe" providerId="ADAL" clId="{60D7679F-459B-8743-9F3C-64DAF79235EA}" dt="2021-09-30T05:55:53.050" v="776" actId="20577"/>
            <ac:spMkLst>
              <pc:docMk/>
              <pc:sldMasterMk cId="2667736428" sldId="2147483648"/>
              <pc:sldLayoutMk cId="891189639" sldId="2147483651"/>
              <ac:spMk id="43" creationId="{ACD1C699-5093-7949-8373-F2346D1373F9}"/>
            </ac:spMkLst>
          </pc:spChg>
          <pc:spChg chg="add mod">
            <ac:chgData name="林 芷歆" userId="45b96cb2-62ac-45c6-b1a7-2382a1a7c7fe" providerId="ADAL" clId="{60D7679F-459B-8743-9F3C-64DAF79235EA}" dt="2021-09-30T05:56:24.462" v="784" actId="242"/>
            <ac:spMkLst>
              <pc:docMk/>
              <pc:sldMasterMk cId="2667736428" sldId="2147483648"/>
              <pc:sldLayoutMk cId="891189639" sldId="2147483651"/>
              <ac:spMk id="44" creationId="{1E92BBA5-6277-4C48-B191-366ED73F92A4}"/>
            </ac:spMkLst>
          </pc:spChg>
          <pc:spChg chg="add mod">
            <ac:chgData name="林 芷歆" userId="45b96cb2-62ac-45c6-b1a7-2382a1a7c7fe" providerId="ADAL" clId="{60D7679F-459B-8743-9F3C-64DAF79235EA}" dt="2021-09-30T05:56:24.462" v="784" actId="242"/>
            <ac:spMkLst>
              <pc:docMk/>
              <pc:sldMasterMk cId="2667736428" sldId="2147483648"/>
              <pc:sldLayoutMk cId="891189639" sldId="2147483651"/>
              <ac:spMk id="45" creationId="{A69E5F26-8225-C147-918F-3E3C3D3CD348}"/>
            </ac:spMkLst>
          </pc:spChg>
          <pc:spChg chg="add mod">
            <ac:chgData name="林 芷歆" userId="45b96cb2-62ac-45c6-b1a7-2382a1a7c7fe" providerId="ADAL" clId="{60D7679F-459B-8743-9F3C-64DAF79235EA}" dt="2021-09-30T05:56:24.462" v="784" actId="242"/>
            <ac:spMkLst>
              <pc:docMk/>
              <pc:sldMasterMk cId="2667736428" sldId="2147483648"/>
              <pc:sldLayoutMk cId="891189639" sldId="2147483651"/>
              <ac:spMk id="46" creationId="{430EDC78-867B-AB42-9CB9-8C6E755A9DCC}"/>
            </ac:spMkLst>
          </pc:spChg>
          <pc:spChg chg="add mod">
            <ac:chgData name="林 芷歆" userId="45b96cb2-62ac-45c6-b1a7-2382a1a7c7fe" providerId="ADAL" clId="{60D7679F-459B-8743-9F3C-64DAF79235EA}" dt="2021-09-30T05:56:24.462" v="784" actId="242"/>
            <ac:spMkLst>
              <pc:docMk/>
              <pc:sldMasterMk cId="2667736428" sldId="2147483648"/>
              <pc:sldLayoutMk cId="891189639" sldId="2147483651"/>
              <ac:spMk id="47" creationId="{13A7CE9F-909B-EC49-9A1F-865CDF314AFB}"/>
            </ac:spMkLst>
          </pc:spChg>
          <pc:grpChg chg="add del mod">
            <ac:chgData name="林 芷歆" userId="45b96cb2-62ac-45c6-b1a7-2382a1a7c7fe" providerId="ADAL" clId="{60D7679F-459B-8743-9F3C-64DAF79235EA}" dt="2021-09-24T10:06:33.502" v="247" actId="165"/>
            <ac:grpSpMkLst>
              <pc:docMk/>
              <pc:sldMasterMk cId="2667736428" sldId="2147483648"/>
              <pc:sldLayoutMk cId="891189639" sldId="2147483651"/>
              <ac:grpSpMk id="4" creationId="{BCD39AEB-39BB-634E-8651-B637D223179B}"/>
            </ac:grpSpMkLst>
          </pc:grpChg>
        </pc:sldLayoutChg>
        <pc:sldLayoutChg chg="addSp delSp modSp mod ord">
          <pc:chgData name="林 芷歆" userId="45b96cb2-62ac-45c6-b1a7-2382a1a7c7fe" providerId="ADAL" clId="{60D7679F-459B-8743-9F3C-64DAF79235EA}" dt="2021-09-30T06:06:09.268" v="989" actId="6014"/>
          <pc:sldLayoutMkLst>
            <pc:docMk/>
            <pc:sldMasterMk cId="2667736428" sldId="2147483648"/>
            <pc:sldLayoutMk cId="4071106223" sldId="2147483652"/>
          </pc:sldLayoutMkLst>
          <pc:spChg chg="add mod">
            <ac:chgData name="林 芷歆" userId="45b96cb2-62ac-45c6-b1a7-2382a1a7c7fe" providerId="ADAL" clId="{60D7679F-459B-8743-9F3C-64DAF79235EA}" dt="2021-09-24T10:21:55.232" v="452"/>
            <ac:spMkLst>
              <pc:docMk/>
              <pc:sldMasterMk cId="2667736428" sldId="2147483648"/>
              <pc:sldLayoutMk cId="4071106223" sldId="2147483652"/>
              <ac:spMk id="2" creationId="{7B0696A8-2D2E-D44E-A91B-055C1AFFD8DF}"/>
            </ac:spMkLst>
          </pc:spChg>
          <pc:spChg chg="del">
            <ac:chgData name="林 芷歆" userId="45b96cb2-62ac-45c6-b1a7-2382a1a7c7fe" providerId="ADAL" clId="{60D7679F-459B-8743-9F3C-64DAF79235EA}" dt="2021-09-24T10:02:41.701" v="97" actId="478"/>
            <ac:spMkLst>
              <pc:docMk/>
              <pc:sldMasterMk cId="2667736428" sldId="2147483648"/>
              <pc:sldLayoutMk cId="4071106223" sldId="2147483652"/>
              <ac:spMk id="5" creationId="{00000000-0000-0000-0000-000000000000}"/>
            </ac:spMkLst>
          </pc:spChg>
          <pc:spChg chg="del">
            <ac:chgData name="林 芷歆" userId="45b96cb2-62ac-45c6-b1a7-2382a1a7c7fe" providerId="ADAL" clId="{60D7679F-459B-8743-9F3C-64DAF79235EA}" dt="2021-09-24T10:12:46.239" v="335" actId="478"/>
            <ac:spMkLst>
              <pc:docMk/>
              <pc:sldMasterMk cId="2667736428" sldId="2147483648"/>
              <pc:sldLayoutMk cId="4071106223" sldId="2147483652"/>
              <ac:spMk id="6" creationId="{8AF751B1-90E2-47FA-B92B-A317DFA302DA}"/>
            </ac:spMkLst>
          </pc:spChg>
          <pc:spChg chg="del">
            <ac:chgData name="林 芷歆" userId="45b96cb2-62ac-45c6-b1a7-2382a1a7c7fe" providerId="ADAL" clId="{60D7679F-459B-8743-9F3C-64DAF79235EA}" dt="2021-09-24T10:02:41.701" v="97" actId="478"/>
            <ac:spMkLst>
              <pc:docMk/>
              <pc:sldMasterMk cId="2667736428" sldId="2147483648"/>
              <pc:sldLayoutMk cId="4071106223" sldId="2147483652"/>
              <ac:spMk id="7" creationId="{00000000-0000-0000-0000-000000000000}"/>
            </ac:spMkLst>
          </pc:spChg>
        </pc:sldLayoutChg>
        <pc:sldLayoutChg chg="del">
          <pc:chgData name="林 芷歆" userId="45b96cb2-62ac-45c6-b1a7-2382a1a7c7fe" providerId="ADAL" clId="{60D7679F-459B-8743-9F3C-64DAF79235EA}" dt="2021-09-24T09:57:47.964" v="37" actId="2696"/>
          <pc:sldLayoutMkLst>
            <pc:docMk/>
            <pc:sldMasterMk cId="2667736428" sldId="2147483648"/>
            <pc:sldLayoutMk cId="34513602" sldId="2147483653"/>
          </pc:sldLayoutMkLst>
        </pc:sldLayoutChg>
        <pc:sldLayoutChg chg="del">
          <pc:chgData name="林 芷歆" userId="45b96cb2-62ac-45c6-b1a7-2382a1a7c7fe" providerId="ADAL" clId="{60D7679F-459B-8743-9F3C-64DAF79235EA}" dt="2021-09-24T10:02:47.740" v="98" actId="2696"/>
          <pc:sldLayoutMkLst>
            <pc:docMk/>
            <pc:sldMasterMk cId="2667736428" sldId="2147483648"/>
            <pc:sldLayoutMk cId="1151912152" sldId="2147483654"/>
          </pc:sldLayoutMkLst>
        </pc:sldLayoutChg>
        <pc:sldLayoutChg chg="addSp delSp modSp mod ord">
          <pc:chgData name="林 芷歆" userId="45b96cb2-62ac-45c6-b1a7-2382a1a7c7fe" providerId="ADAL" clId="{60D7679F-459B-8743-9F3C-64DAF79235EA}" dt="2021-09-30T06:18:07.383" v="1188" actId="20577"/>
          <pc:sldLayoutMkLst>
            <pc:docMk/>
            <pc:sldMasterMk cId="2667736428" sldId="2147483648"/>
            <pc:sldLayoutMk cId="2518312061" sldId="2147483655"/>
          </pc:sldLayoutMkLst>
          <pc:spChg chg="del">
            <ac:chgData name="林 芷歆" userId="45b96cb2-62ac-45c6-b1a7-2382a1a7c7fe" providerId="ADAL" clId="{60D7679F-459B-8743-9F3C-64DAF79235EA}" dt="2021-09-24T10:03:13.806" v="102" actId="478"/>
            <ac:spMkLst>
              <pc:docMk/>
              <pc:sldMasterMk cId="2667736428" sldId="2147483648"/>
              <pc:sldLayoutMk cId="2518312061" sldId="2147483655"/>
              <ac:spMk id="2" creationId="{00000000-0000-0000-0000-000000000000}"/>
            </ac:spMkLst>
          </pc:spChg>
          <pc:spChg chg="del">
            <ac:chgData name="林 芷歆" userId="45b96cb2-62ac-45c6-b1a7-2382a1a7c7fe" providerId="ADAL" clId="{60D7679F-459B-8743-9F3C-64DAF79235EA}" dt="2021-09-24T10:03:14.414" v="103" actId="478"/>
            <ac:spMkLst>
              <pc:docMk/>
              <pc:sldMasterMk cId="2667736428" sldId="2147483648"/>
              <pc:sldLayoutMk cId="2518312061" sldId="2147483655"/>
              <ac:spMk id="4" creationId="{00000000-0000-0000-0000-000000000000}"/>
            </ac:spMkLst>
          </pc:spChg>
          <pc:spChg chg="add mod">
            <ac:chgData name="林 芷歆" userId="45b96cb2-62ac-45c6-b1a7-2382a1a7c7fe" providerId="ADAL" clId="{60D7679F-459B-8743-9F3C-64DAF79235EA}" dt="2021-09-24T10:04:59.905" v="231"/>
            <ac:spMkLst>
              <pc:docMk/>
              <pc:sldMasterMk cId="2667736428" sldId="2147483648"/>
              <pc:sldLayoutMk cId="2518312061" sldId="2147483655"/>
              <ac:spMk id="8" creationId="{8DB5EFAE-923D-9A43-87D3-B3655D1379B6}"/>
            </ac:spMkLst>
          </pc:spChg>
          <pc:spChg chg="add del mod">
            <ac:chgData name="林 芷歆" userId="45b96cb2-62ac-45c6-b1a7-2382a1a7c7fe" providerId="ADAL" clId="{60D7679F-459B-8743-9F3C-64DAF79235EA}" dt="2021-09-30T06:17:36.220" v="1169" actId="478"/>
            <ac:spMkLst>
              <pc:docMk/>
              <pc:sldMasterMk cId="2667736428" sldId="2147483648"/>
              <pc:sldLayoutMk cId="2518312061" sldId="2147483655"/>
              <ac:spMk id="9" creationId="{86A4A4FA-9A38-6A40-A0EB-87B2E89F5C62}"/>
            </ac:spMkLst>
          </pc:spChg>
          <pc:spChg chg="add del mod">
            <ac:chgData name="林 芷歆" userId="45b96cb2-62ac-45c6-b1a7-2382a1a7c7fe" providerId="ADAL" clId="{60D7679F-459B-8743-9F3C-64DAF79235EA}" dt="2021-09-30T06:17:50.327" v="1176" actId="478"/>
            <ac:spMkLst>
              <pc:docMk/>
              <pc:sldMasterMk cId="2667736428" sldId="2147483648"/>
              <pc:sldLayoutMk cId="2518312061" sldId="2147483655"/>
              <ac:spMk id="10" creationId="{21F43688-BF8A-D944-B510-928EB943D50F}"/>
            </ac:spMkLst>
          </pc:spChg>
          <pc:spChg chg="add mod">
            <ac:chgData name="林 芷歆" userId="45b96cb2-62ac-45c6-b1a7-2382a1a7c7fe" providerId="ADAL" clId="{60D7679F-459B-8743-9F3C-64DAF79235EA}" dt="2021-09-30T06:17:46.963" v="1174" actId="14100"/>
            <ac:spMkLst>
              <pc:docMk/>
              <pc:sldMasterMk cId="2667736428" sldId="2147483648"/>
              <pc:sldLayoutMk cId="2518312061" sldId="2147483655"/>
              <ac:spMk id="11" creationId="{D9E3361D-0BFA-2847-BF72-1BB519C4A7E5}"/>
            </ac:spMkLst>
          </pc:spChg>
          <pc:spChg chg="add mod">
            <ac:chgData name="林 芷歆" userId="45b96cb2-62ac-45c6-b1a7-2382a1a7c7fe" providerId="ADAL" clId="{60D7679F-459B-8743-9F3C-64DAF79235EA}" dt="2021-09-30T06:18:07.383" v="1188" actId="20577"/>
            <ac:spMkLst>
              <pc:docMk/>
              <pc:sldMasterMk cId="2667736428" sldId="2147483648"/>
              <pc:sldLayoutMk cId="2518312061" sldId="2147483655"/>
              <ac:spMk id="13" creationId="{8F63CA0D-FE7D-564D-A1B5-AA160889D0CE}"/>
            </ac:spMkLst>
          </pc:spChg>
          <pc:picChg chg="add mod">
            <ac:chgData name="林 芷歆" userId="45b96cb2-62ac-45c6-b1a7-2382a1a7c7fe" providerId="ADAL" clId="{60D7679F-459B-8743-9F3C-64DAF79235EA}" dt="2021-09-30T06:17:38.402" v="1171" actId="1076"/>
            <ac:picMkLst>
              <pc:docMk/>
              <pc:sldMasterMk cId="2667736428" sldId="2147483648"/>
              <pc:sldLayoutMk cId="2518312061" sldId="2147483655"/>
              <ac:picMk id="5" creationId="{90B758E6-9A18-ED47-8367-4FAF8B0F5C9B}"/>
            </ac:picMkLst>
          </pc:picChg>
          <pc:picChg chg="add mod">
            <ac:chgData name="林 芷歆" userId="45b96cb2-62ac-45c6-b1a7-2382a1a7c7fe" providerId="ADAL" clId="{60D7679F-459B-8743-9F3C-64DAF79235EA}" dt="2021-09-24T10:04:59.905" v="231"/>
            <ac:picMkLst>
              <pc:docMk/>
              <pc:sldMasterMk cId="2667736428" sldId="2147483648"/>
              <pc:sldLayoutMk cId="2518312061" sldId="2147483655"/>
              <ac:picMk id="7" creationId="{6A919892-0D29-3F4B-96AC-C3C289679ABC}"/>
            </ac:picMkLst>
          </pc:picChg>
          <pc:picChg chg="add mod">
            <ac:chgData name="林 芷歆" userId="45b96cb2-62ac-45c6-b1a7-2382a1a7c7fe" providerId="ADAL" clId="{60D7679F-459B-8743-9F3C-64DAF79235EA}" dt="2021-09-30T06:17:52.416" v="1178" actId="571"/>
            <ac:picMkLst>
              <pc:docMk/>
              <pc:sldMasterMk cId="2667736428" sldId="2147483648"/>
              <pc:sldLayoutMk cId="2518312061" sldId="2147483655"/>
              <ac:picMk id="12" creationId="{4F7A7F5A-C742-2442-96EA-0F2317DE0650}"/>
            </ac:picMkLst>
          </pc:picChg>
          <pc:cxnChg chg="add mod">
            <ac:chgData name="林 芷歆" userId="45b96cb2-62ac-45c6-b1a7-2382a1a7c7fe" providerId="ADAL" clId="{60D7679F-459B-8743-9F3C-64DAF79235EA}" dt="2021-09-24T10:04:59.905" v="231"/>
            <ac:cxnSpMkLst>
              <pc:docMk/>
              <pc:sldMasterMk cId="2667736428" sldId="2147483648"/>
              <pc:sldLayoutMk cId="2518312061" sldId="2147483655"/>
              <ac:cxnSpMk id="6" creationId="{1480645B-CD9B-EB4B-A01D-2A6CEB173D49}"/>
            </ac:cxnSpMkLst>
          </pc:cxnChg>
        </pc:sldLayoutChg>
        <pc:sldLayoutChg chg="del">
          <pc:chgData name="林 芷歆" userId="45b96cb2-62ac-45c6-b1a7-2382a1a7c7fe" providerId="ADAL" clId="{60D7679F-459B-8743-9F3C-64DAF79235EA}" dt="2021-09-24T10:02:51.700" v="99" actId="2696"/>
          <pc:sldLayoutMkLst>
            <pc:docMk/>
            <pc:sldMasterMk cId="2667736428" sldId="2147483648"/>
            <pc:sldLayoutMk cId="646166893" sldId="2147483656"/>
          </pc:sldLayoutMkLst>
        </pc:sldLayoutChg>
        <pc:sldLayoutChg chg="del">
          <pc:chgData name="林 芷歆" userId="45b96cb2-62ac-45c6-b1a7-2382a1a7c7fe" providerId="ADAL" clId="{60D7679F-459B-8743-9F3C-64DAF79235EA}" dt="2021-09-24T10:03:17.339" v="104" actId="2696"/>
          <pc:sldLayoutMkLst>
            <pc:docMk/>
            <pc:sldMasterMk cId="2667736428" sldId="2147483648"/>
            <pc:sldLayoutMk cId="3392088978" sldId="2147483657"/>
          </pc:sldLayoutMkLst>
        </pc:sldLayoutChg>
        <pc:sldLayoutChg chg="del">
          <pc:chgData name="林 芷歆" userId="45b96cb2-62ac-45c6-b1a7-2382a1a7c7fe" providerId="ADAL" clId="{60D7679F-459B-8743-9F3C-64DAF79235EA}" dt="2021-09-24T10:03:05.774" v="100" actId="2696"/>
          <pc:sldLayoutMkLst>
            <pc:docMk/>
            <pc:sldMasterMk cId="2667736428" sldId="2147483648"/>
            <pc:sldLayoutMk cId="729347230" sldId="2147483658"/>
          </pc:sldLayoutMkLst>
        </pc:sldLayoutChg>
        <pc:sldLayoutChg chg="del">
          <pc:chgData name="林 芷歆" userId="45b96cb2-62ac-45c6-b1a7-2382a1a7c7fe" providerId="ADAL" clId="{60D7679F-459B-8743-9F3C-64DAF79235EA}" dt="2021-09-24T10:03:06.865" v="101" actId="2696"/>
          <pc:sldLayoutMkLst>
            <pc:docMk/>
            <pc:sldMasterMk cId="2667736428" sldId="2147483648"/>
            <pc:sldLayoutMk cId="3555298935" sldId="2147483659"/>
          </pc:sldLayoutMkLst>
        </pc:sldLayoutChg>
        <pc:sldLayoutChg chg="mod">
          <pc:chgData name="林 芷歆" userId="45b96cb2-62ac-45c6-b1a7-2382a1a7c7fe" providerId="ADAL" clId="{60D7679F-459B-8743-9F3C-64DAF79235EA}" dt="2021-09-30T06:06:28.874" v="991" actId="6014"/>
          <pc:sldLayoutMkLst>
            <pc:docMk/>
            <pc:sldMasterMk cId="2667736428" sldId="2147483648"/>
            <pc:sldLayoutMk cId="4199519404" sldId="2147483660"/>
          </pc:sldLayoutMkLst>
        </pc:sldLayoutChg>
        <pc:sldLayoutChg chg="addSp delSp modSp add del mod ord">
          <pc:chgData name="林 芷歆" userId="45b96cb2-62ac-45c6-b1a7-2382a1a7c7fe" providerId="ADAL" clId="{60D7679F-459B-8743-9F3C-64DAF79235EA}" dt="2021-09-30T06:18:55.418" v="1195" actId="2696"/>
          <pc:sldLayoutMkLst>
            <pc:docMk/>
            <pc:sldMasterMk cId="2667736428" sldId="2147483648"/>
            <pc:sldLayoutMk cId="3315379005" sldId="2147483662"/>
          </pc:sldLayoutMkLst>
          <pc:spChg chg="add mod">
            <ac:chgData name="林 芷歆" userId="45b96cb2-62ac-45c6-b1a7-2382a1a7c7fe" providerId="ADAL" clId="{60D7679F-459B-8743-9F3C-64DAF79235EA}" dt="2021-09-24T10:22:10.827" v="457"/>
            <ac:spMkLst>
              <pc:docMk/>
              <pc:sldMasterMk cId="2667736428" sldId="2147483648"/>
              <pc:sldLayoutMk cId="3315379005" sldId="2147483662"/>
              <ac:spMk id="2" creationId="{0BCF925B-145A-9846-BFDA-3D8628C5D49A}"/>
            </ac:spMkLst>
          </pc:spChg>
          <pc:spChg chg="add mod">
            <ac:chgData name="林 芷歆" userId="45b96cb2-62ac-45c6-b1a7-2382a1a7c7fe" providerId="ADAL" clId="{60D7679F-459B-8743-9F3C-64DAF79235EA}" dt="2021-09-30T05:46:35.352" v="677" actId="2711"/>
            <ac:spMkLst>
              <pc:docMk/>
              <pc:sldMasterMk cId="2667736428" sldId="2147483648"/>
              <pc:sldLayoutMk cId="3315379005" sldId="2147483662"/>
              <ac:spMk id="3" creationId="{FBF5AF14-0EBD-004D-B856-ACE41F92673A}"/>
            </ac:spMkLst>
          </pc:spChg>
          <pc:spChg chg="add mod">
            <ac:chgData name="林 芷歆" userId="45b96cb2-62ac-45c6-b1a7-2382a1a7c7fe" providerId="ADAL" clId="{60D7679F-459B-8743-9F3C-64DAF79235EA}" dt="2021-09-30T05:46:35.352" v="677" actId="2711"/>
            <ac:spMkLst>
              <pc:docMk/>
              <pc:sldMasterMk cId="2667736428" sldId="2147483648"/>
              <pc:sldLayoutMk cId="3315379005" sldId="2147483662"/>
              <ac:spMk id="4" creationId="{A067D4B2-7257-B34C-A0A2-E963EACEF722}"/>
            </ac:spMkLst>
          </pc:spChg>
          <pc:spChg chg="add mod">
            <ac:chgData name="林 芷歆" userId="45b96cb2-62ac-45c6-b1a7-2382a1a7c7fe" providerId="ADAL" clId="{60D7679F-459B-8743-9F3C-64DAF79235EA}" dt="2021-09-30T06:02:45.638" v="911" actId="255"/>
            <ac:spMkLst>
              <pc:docMk/>
              <pc:sldMasterMk cId="2667736428" sldId="2147483648"/>
              <pc:sldLayoutMk cId="3315379005" sldId="2147483662"/>
              <ac:spMk id="5" creationId="{EF226F50-F917-5941-BB58-E5B153083A08}"/>
            </ac:spMkLst>
          </pc:spChg>
          <pc:spChg chg="add mod">
            <ac:chgData name="林 芷歆" userId="45b96cb2-62ac-45c6-b1a7-2382a1a7c7fe" providerId="ADAL" clId="{60D7679F-459B-8743-9F3C-64DAF79235EA}" dt="2021-09-30T05:46:35.352" v="677" actId="2711"/>
            <ac:spMkLst>
              <pc:docMk/>
              <pc:sldMasterMk cId="2667736428" sldId="2147483648"/>
              <pc:sldLayoutMk cId="3315379005" sldId="2147483662"/>
              <ac:spMk id="6" creationId="{1A4881AF-F88E-0A42-95F7-FAC8E5C00CA6}"/>
            </ac:spMkLst>
          </pc:spChg>
          <pc:spChg chg="add mod">
            <ac:chgData name="林 芷歆" userId="45b96cb2-62ac-45c6-b1a7-2382a1a7c7fe" providerId="ADAL" clId="{60D7679F-459B-8743-9F3C-64DAF79235EA}" dt="2021-09-30T06:16:37.655" v="1153" actId="1076"/>
            <ac:spMkLst>
              <pc:docMk/>
              <pc:sldMasterMk cId="2667736428" sldId="2147483648"/>
              <pc:sldLayoutMk cId="3315379005" sldId="2147483662"/>
              <ac:spMk id="7" creationId="{D7133EFD-4CC3-0641-B04A-843EFF16636B}"/>
            </ac:spMkLst>
          </pc:spChg>
          <pc:spChg chg="add mod">
            <ac:chgData name="林 芷歆" userId="45b96cb2-62ac-45c6-b1a7-2382a1a7c7fe" providerId="ADAL" clId="{60D7679F-459B-8743-9F3C-64DAF79235EA}" dt="2021-09-30T05:46:35.352" v="677" actId="2711"/>
            <ac:spMkLst>
              <pc:docMk/>
              <pc:sldMasterMk cId="2667736428" sldId="2147483648"/>
              <pc:sldLayoutMk cId="3315379005" sldId="2147483662"/>
              <ac:spMk id="8" creationId="{54D49087-38DD-C94D-B764-2CA4DB91B9A2}"/>
            </ac:spMkLst>
          </pc:spChg>
          <pc:spChg chg="add del mod">
            <ac:chgData name="林 芷歆" userId="45b96cb2-62ac-45c6-b1a7-2382a1a7c7fe" providerId="ADAL" clId="{60D7679F-459B-8743-9F3C-64DAF79235EA}" dt="2021-09-30T05:46:51.455" v="678" actId="478"/>
            <ac:spMkLst>
              <pc:docMk/>
              <pc:sldMasterMk cId="2667736428" sldId="2147483648"/>
              <pc:sldLayoutMk cId="3315379005" sldId="2147483662"/>
              <ac:spMk id="9" creationId="{3631D08B-9C76-0148-BD25-A9CDFD797FB5}"/>
            </ac:spMkLst>
          </pc:spChg>
          <pc:spChg chg="add del mod">
            <ac:chgData name="林 芷歆" userId="45b96cb2-62ac-45c6-b1a7-2382a1a7c7fe" providerId="ADAL" clId="{60D7679F-459B-8743-9F3C-64DAF79235EA}" dt="2021-09-30T05:46:51.455" v="678" actId="478"/>
            <ac:spMkLst>
              <pc:docMk/>
              <pc:sldMasterMk cId="2667736428" sldId="2147483648"/>
              <pc:sldLayoutMk cId="3315379005" sldId="2147483662"/>
              <ac:spMk id="10" creationId="{74B5D36A-C539-D44C-91FC-1C026467BE13}"/>
            </ac:spMkLst>
          </pc:spChg>
          <pc:spChg chg="add del mod">
            <ac:chgData name="林 芷歆" userId="45b96cb2-62ac-45c6-b1a7-2382a1a7c7fe" providerId="ADAL" clId="{60D7679F-459B-8743-9F3C-64DAF79235EA}" dt="2021-09-30T05:45:16.582" v="670" actId="478"/>
            <ac:spMkLst>
              <pc:docMk/>
              <pc:sldMasterMk cId="2667736428" sldId="2147483648"/>
              <pc:sldLayoutMk cId="3315379005" sldId="2147483662"/>
              <ac:spMk id="12" creationId="{FF8A46AF-3DD0-BD45-8994-0D4FE45EFEEA}"/>
            </ac:spMkLst>
          </pc:spChg>
          <pc:spChg chg="add del mod">
            <ac:chgData name="林 芷歆" userId="45b96cb2-62ac-45c6-b1a7-2382a1a7c7fe" providerId="ADAL" clId="{60D7679F-459B-8743-9F3C-64DAF79235EA}" dt="2021-09-30T05:46:51.455" v="678" actId="478"/>
            <ac:spMkLst>
              <pc:docMk/>
              <pc:sldMasterMk cId="2667736428" sldId="2147483648"/>
              <pc:sldLayoutMk cId="3315379005" sldId="2147483662"/>
              <ac:spMk id="13" creationId="{BC325CB8-8CE2-C049-BDDA-4D853EF7FD7F}"/>
            </ac:spMkLst>
          </pc:spChg>
          <pc:spChg chg="add mod">
            <ac:chgData name="林 芷歆" userId="45b96cb2-62ac-45c6-b1a7-2382a1a7c7fe" providerId="ADAL" clId="{60D7679F-459B-8743-9F3C-64DAF79235EA}" dt="2021-09-30T05:46:35.352" v="677" actId="2711"/>
            <ac:spMkLst>
              <pc:docMk/>
              <pc:sldMasterMk cId="2667736428" sldId="2147483648"/>
              <pc:sldLayoutMk cId="3315379005" sldId="2147483662"/>
              <ac:spMk id="14" creationId="{4FBF2119-D404-074D-9942-61A37EA6E0AC}"/>
            </ac:spMkLst>
          </pc:spChg>
          <pc:spChg chg="add del mod">
            <ac:chgData name="林 芷歆" userId="45b96cb2-62ac-45c6-b1a7-2382a1a7c7fe" providerId="ADAL" clId="{60D7679F-459B-8743-9F3C-64DAF79235EA}" dt="2021-09-30T05:46:51.455" v="678" actId="478"/>
            <ac:spMkLst>
              <pc:docMk/>
              <pc:sldMasterMk cId="2667736428" sldId="2147483648"/>
              <pc:sldLayoutMk cId="3315379005" sldId="2147483662"/>
              <ac:spMk id="15" creationId="{562DFDBB-3111-5844-AA22-26D48F795FD0}"/>
            </ac:spMkLst>
          </pc:spChg>
          <pc:spChg chg="add del mod">
            <ac:chgData name="林 芷歆" userId="45b96cb2-62ac-45c6-b1a7-2382a1a7c7fe" providerId="ADAL" clId="{60D7679F-459B-8743-9F3C-64DAF79235EA}" dt="2021-09-30T05:46:51.455" v="678" actId="478"/>
            <ac:spMkLst>
              <pc:docMk/>
              <pc:sldMasterMk cId="2667736428" sldId="2147483648"/>
              <pc:sldLayoutMk cId="3315379005" sldId="2147483662"/>
              <ac:spMk id="16" creationId="{351F9437-36CE-A849-895E-F3C2BAD9C79E}"/>
            </ac:spMkLst>
          </pc:spChg>
          <pc:spChg chg="add del mod">
            <ac:chgData name="林 芷歆" userId="45b96cb2-62ac-45c6-b1a7-2382a1a7c7fe" providerId="ADAL" clId="{60D7679F-459B-8743-9F3C-64DAF79235EA}" dt="2021-09-30T05:46:51.455" v="678" actId="478"/>
            <ac:spMkLst>
              <pc:docMk/>
              <pc:sldMasterMk cId="2667736428" sldId="2147483648"/>
              <pc:sldLayoutMk cId="3315379005" sldId="2147483662"/>
              <ac:spMk id="17" creationId="{1C0F9A5D-4F77-8441-B188-58C8E32E57DE}"/>
            </ac:spMkLst>
          </pc:spChg>
          <pc:spChg chg="add del mod">
            <ac:chgData name="林 芷歆" userId="45b96cb2-62ac-45c6-b1a7-2382a1a7c7fe" providerId="ADAL" clId="{60D7679F-459B-8743-9F3C-64DAF79235EA}" dt="2021-09-30T05:44:07.408" v="656"/>
            <ac:spMkLst>
              <pc:docMk/>
              <pc:sldMasterMk cId="2667736428" sldId="2147483648"/>
              <pc:sldLayoutMk cId="3315379005" sldId="2147483662"/>
              <ac:spMk id="18" creationId="{9C800F97-32BC-8648-9A32-34BCE66D4F9D}"/>
            </ac:spMkLst>
          </pc:spChg>
          <pc:spChg chg="add mod">
            <ac:chgData name="林 芷歆" userId="45b96cb2-62ac-45c6-b1a7-2382a1a7c7fe" providerId="ADAL" clId="{60D7679F-459B-8743-9F3C-64DAF79235EA}" dt="2021-09-30T05:46:35.352" v="677" actId="2711"/>
            <ac:spMkLst>
              <pc:docMk/>
              <pc:sldMasterMk cId="2667736428" sldId="2147483648"/>
              <pc:sldLayoutMk cId="3315379005" sldId="2147483662"/>
              <ac:spMk id="19" creationId="{8A187A76-7370-7442-8CC6-5B2A4E9C9C39}"/>
            </ac:spMkLst>
          </pc:spChg>
          <pc:spChg chg="add mod">
            <ac:chgData name="林 芷歆" userId="45b96cb2-62ac-45c6-b1a7-2382a1a7c7fe" providerId="ADAL" clId="{60D7679F-459B-8743-9F3C-64DAF79235EA}" dt="2021-09-30T05:46:35.352" v="677" actId="2711"/>
            <ac:spMkLst>
              <pc:docMk/>
              <pc:sldMasterMk cId="2667736428" sldId="2147483648"/>
              <pc:sldLayoutMk cId="3315379005" sldId="2147483662"/>
              <ac:spMk id="20" creationId="{6CB81C81-F2A1-AF40-9BCA-56377C9A6BD0}"/>
            </ac:spMkLst>
          </pc:spChg>
          <pc:spChg chg="add del mod">
            <ac:chgData name="林 芷歆" userId="45b96cb2-62ac-45c6-b1a7-2382a1a7c7fe" providerId="ADAL" clId="{60D7679F-459B-8743-9F3C-64DAF79235EA}" dt="2021-09-30T05:44:02.465" v="653"/>
            <ac:spMkLst>
              <pc:docMk/>
              <pc:sldMasterMk cId="2667736428" sldId="2147483648"/>
              <pc:sldLayoutMk cId="3315379005" sldId="2147483662"/>
              <ac:spMk id="21" creationId="{EFC166FF-6F8D-CB46-9D5B-0F914D1FC12C}"/>
            </ac:spMkLst>
          </pc:spChg>
          <pc:spChg chg="add mod">
            <ac:chgData name="林 芷歆" userId="45b96cb2-62ac-45c6-b1a7-2382a1a7c7fe" providerId="ADAL" clId="{60D7679F-459B-8743-9F3C-64DAF79235EA}" dt="2021-09-30T06:16:17.417" v="1147" actId="14100"/>
            <ac:spMkLst>
              <pc:docMk/>
              <pc:sldMasterMk cId="2667736428" sldId="2147483648"/>
              <pc:sldLayoutMk cId="3315379005" sldId="2147483662"/>
              <ac:spMk id="22" creationId="{F02CEDBE-8211-1442-BA98-0DCB237704B7}"/>
            </ac:spMkLst>
          </pc:spChg>
          <pc:spChg chg="add del mod">
            <ac:chgData name="林 芷歆" userId="45b96cb2-62ac-45c6-b1a7-2382a1a7c7fe" providerId="ADAL" clId="{60D7679F-459B-8743-9F3C-64DAF79235EA}" dt="2021-09-24T10:09:11.699" v="283" actId="478"/>
            <ac:spMkLst>
              <pc:docMk/>
              <pc:sldMasterMk cId="2667736428" sldId="2147483648"/>
              <pc:sldLayoutMk cId="3315379005" sldId="2147483662"/>
              <ac:spMk id="22" creationId="{F903B150-1570-5F40-962E-651C2DC17780}"/>
            </ac:spMkLst>
          </pc:spChg>
          <pc:spChg chg="add del mod">
            <ac:chgData name="林 芷歆" userId="45b96cb2-62ac-45c6-b1a7-2382a1a7c7fe" providerId="ADAL" clId="{60D7679F-459B-8743-9F3C-64DAF79235EA}" dt="2021-09-30T06:16:21.276" v="1148" actId="478"/>
            <ac:spMkLst>
              <pc:docMk/>
              <pc:sldMasterMk cId="2667736428" sldId="2147483648"/>
              <pc:sldLayoutMk cId="3315379005" sldId="2147483662"/>
              <ac:spMk id="23" creationId="{89642A51-3F5E-CD4A-B405-D1CD52C24AE7}"/>
            </ac:spMkLst>
          </pc:spChg>
          <pc:spChg chg="add del mod">
            <ac:chgData name="林 芷歆" userId="45b96cb2-62ac-45c6-b1a7-2382a1a7c7fe" providerId="ADAL" clId="{60D7679F-459B-8743-9F3C-64DAF79235EA}" dt="2021-09-24T10:18:13.757" v="418" actId="478"/>
            <ac:spMkLst>
              <pc:docMk/>
              <pc:sldMasterMk cId="2667736428" sldId="2147483648"/>
              <pc:sldLayoutMk cId="3315379005" sldId="2147483662"/>
              <ac:spMk id="23" creationId="{A824041D-4362-F542-B83C-4FC27C74FD55}"/>
            </ac:spMkLst>
          </pc:spChg>
          <pc:spChg chg="add del mod">
            <ac:chgData name="林 芷歆" userId="45b96cb2-62ac-45c6-b1a7-2382a1a7c7fe" providerId="ADAL" clId="{60D7679F-459B-8743-9F3C-64DAF79235EA}" dt="2021-09-30T06:16:21.276" v="1148" actId="478"/>
            <ac:spMkLst>
              <pc:docMk/>
              <pc:sldMasterMk cId="2667736428" sldId="2147483648"/>
              <pc:sldLayoutMk cId="3315379005" sldId="2147483662"/>
              <ac:spMk id="24" creationId="{227DB725-A50D-BD4E-8E23-B91F567543E5}"/>
            </ac:spMkLst>
          </pc:spChg>
          <pc:spChg chg="add del mod">
            <ac:chgData name="林 芷歆" userId="45b96cb2-62ac-45c6-b1a7-2382a1a7c7fe" providerId="ADAL" clId="{60D7679F-459B-8743-9F3C-64DAF79235EA}" dt="2021-09-30T06:16:21.276" v="1148" actId="478"/>
            <ac:spMkLst>
              <pc:docMk/>
              <pc:sldMasterMk cId="2667736428" sldId="2147483648"/>
              <pc:sldLayoutMk cId="3315379005" sldId="2147483662"/>
              <ac:spMk id="25" creationId="{27C505B1-41FF-C74C-86ED-67A3F484D8A5}"/>
            </ac:spMkLst>
          </pc:spChg>
          <pc:spChg chg="add mod">
            <ac:chgData name="林 芷歆" userId="45b96cb2-62ac-45c6-b1a7-2382a1a7c7fe" providerId="ADAL" clId="{60D7679F-459B-8743-9F3C-64DAF79235EA}" dt="2021-09-30T06:16:46.233" v="1159" actId="242"/>
            <ac:spMkLst>
              <pc:docMk/>
              <pc:sldMasterMk cId="2667736428" sldId="2147483648"/>
              <pc:sldLayoutMk cId="3315379005" sldId="2147483662"/>
              <ac:spMk id="26" creationId="{52163620-5B42-2A49-B252-759D8AA11D34}"/>
            </ac:spMkLst>
          </pc:spChg>
          <pc:spChg chg="add mod">
            <ac:chgData name="林 芷歆" userId="45b96cb2-62ac-45c6-b1a7-2382a1a7c7fe" providerId="ADAL" clId="{60D7679F-459B-8743-9F3C-64DAF79235EA}" dt="2021-09-30T06:03:42.404" v="944" actId="1076"/>
            <ac:spMkLst>
              <pc:docMk/>
              <pc:sldMasterMk cId="2667736428" sldId="2147483648"/>
              <pc:sldLayoutMk cId="3315379005" sldId="2147483662"/>
              <ac:spMk id="27" creationId="{5BDAD0A4-33CE-6548-A1E1-A0098EA40094}"/>
            </ac:spMkLst>
          </pc:spChg>
          <pc:spChg chg="add mod">
            <ac:chgData name="林 芷歆" userId="45b96cb2-62ac-45c6-b1a7-2382a1a7c7fe" providerId="ADAL" clId="{60D7679F-459B-8743-9F3C-64DAF79235EA}" dt="2021-09-30T06:03:26.284" v="938" actId="1076"/>
            <ac:spMkLst>
              <pc:docMk/>
              <pc:sldMasterMk cId="2667736428" sldId="2147483648"/>
              <pc:sldLayoutMk cId="3315379005" sldId="2147483662"/>
              <ac:spMk id="28" creationId="{5F73CAAA-3E9D-9A4D-AA2F-3BEAF5C4B1C2}"/>
            </ac:spMkLst>
          </pc:spChg>
          <pc:spChg chg="add mod">
            <ac:chgData name="林 芷歆" userId="45b96cb2-62ac-45c6-b1a7-2382a1a7c7fe" providerId="ADAL" clId="{60D7679F-459B-8743-9F3C-64DAF79235EA}" dt="2021-09-30T06:14:32.391" v="1067"/>
            <ac:spMkLst>
              <pc:docMk/>
              <pc:sldMasterMk cId="2667736428" sldId="2147483648"/>
              <pc:sldLayoutMk cId="3315379005" sldId="2147483662"/>
              <ac:spMk id="29" creationId="{5622FB02-ADA8-AA47-A825-0DA243237299}"/>
            </ac:spMkLst>
          </pc:spChg>
          <pc:spChg chg="add mod">
            <ac:chgData name="林 芷歆" userId="45b96cb2-62ac-45c6-b1a7-2382a1a7c7fe" providerId="ADAL" clId="{60D7679F-459B-8743-9F3C-64DAF79235EA}" dt="2021-09-30T06:14:34.053" v="1068"/>
            <ac:spMkLst>
              <pc:docMk/>
              <pc:sldMasterMk cId="2667736428" sldId="2147483648"/>
              <pc:sldLayoutMk cId="3315379005" sldId="2147483662"/>
              <ac:spMk id="30" creationId="{C3DE82D2-F412-7448-8D28-AC3B624C18C4}"/>
            </ac:spMkLst>
          </pc:spChg>
          <pc:spChg chg="add mod">
            <ac:chgData name="林 芷歆" userId="45b96cb2-62ac-45c6-b1a7-2382a1a7c7fe" providerId="ADAL" clId="{60D7679F-459B-8743-9F3C-64DAF79235EA}" dt="2021-09-30T05:46:58.557" v="681"/>
            <ac:spMkLst>
              <pc:docMk/>
              <pc:sldMasterMk cId="2667736428" sldId="2147483648"/>
              <pc:sldLayoutMk cId="3315379005" sldId="2147483662"/>
              <ac:spMk id="31" creationId="{B8E1E3A7-A1C0-6D4D-8EA1-DBE7F081FF6B}"/>
            </ac:spMkLst>
          </pc:spChg>
          <pc:spChg chg="add mod">
            <ac:chgData name="林 芷歆" userId="45b96cb2-62ac-45c6-b1a7-2382a1a7c7fe" providerId="ADAL" clId="{60D7679F-459B-8743-9F3C-64DAF79235EA}" dt="2021-09-30T06:14:35.348" v="1069"/>
            <ac:spMkLst>
              <pc:docMk/>
              <pc:sldMasterMk cId="2667736428" sldId="2147483648"/>
              <pc:sldLayoutMk cId="3315379005" sldId="2147483662"/>
              <ac:spMk id="32" creationId="{C90F2619-0B10-9349-B4F2-9A469475D909}"/>
            </ac:spMkLst>
          </pc:spChg>
          <pc:spChg chg="add mod">
            <ac:chgData name="林 芷歆" userId="45b96cb2-62ac-45c6-b1a7-2382a1a7c7fe" providerId="ADAL" clId="{60D7679F-459B-8743-9F3C-64DAF79235EA}" dt="2021-09-30T06:14:36.812" v="1070"/>
            <ac:spMkLst>
              <pc:docMk/>
              <pc:sldMasterMk cId="2667736428" sldId="2147483648"/>
              <pc:sldLayoutMk cId="3315379005" sldId="2147483662"/>
              <ac:spMk id="33" creationId="{879B84BA-7B59-3746-9C38-DA8138D47877}"/>
            </ac:spMkLst>
          </pc:spChg>
          <pc:spChg chg="add mod">
            <ac:chgData name="林 芷歆" userId="45b96cb2-62ac-45c6-b1a7-2382a1a7c7fe" providerId="ADAL" clId="{60D7679F-459B-8743-9F3C-64DAF79235EA}" dt="2021-09-30T06:14:29.607" v="1066" actId="20577"/>
            <ac:spMkLst>
              <pc:docMk/>
              <pc:sldMasterMk cId="2667736428" sldId="2147483648"/>
              <pc:sldLayoutMk cId="3315379005" sldId="2147483662"/>
              <ac:spMk id="34" creationId="{492663DB-C0FD-9747-91AB-913881931A2F}"/>
            </ac:spMkLst>
          </pc:spChg>
          <pc:spChg chg="add mod">
            <ac:chgData name="林 芷歆" userId="45b96cb2-62ac-45c6-b1a7-2382a1a7c7fe" providerId="ADAL" clId="{60D7679F-459B-8743-9F3C-64DAF79235EA}" dt="2021-09-30T06:14:39.610" v="1072"/>
            <ac:spMkLst>
              <pc:docMk/>
              <pc:sldMasterMk cId="2667736428" sldId="2147483648"/>
              <pc:sldLayoutMk cId="3315379005" sldId="2147483662"/>
              <ac:spMk id="35" creationId="{DD4CFF02-2604-0C46-975E-28F8A875405C}"/>
            </ac:spMkLst>
          </pc:spChg>
          <pc:spChg chg="add mod">
            <ac:chgData name="林 芷歆" userId="45b96cb2-62ac-45c6-b1a7-2382a1a7c7fe" providerId="ADAL" clId="{60D7679F-459B-8743-9F3C-64DAF79235EA}" dt="2021-09-30T06:14:38.233" v="1071"/>
            <ac:spMkLst>
              <pc:docMk/>
              <pc:sldMasterMk cId="2667736428" sldId="2147483648"/>
              <pc:sldLayoutMk cId="3315379005" sldId="2147483662"/>
              <ac:spMk id="36" creationId="{1D8636DC-111D-2948-BA81-3A2C4216E469}"/>
            </ac:spMkLst>
          </pc:spChg>
          <pc:spChg chg="add mod">
            <ac:chgData name="林 芷歆" userId="45b96cb2-62ac-45c6-b1a7-2382a1a7c7fe" providerId="ADAL" clId="{60D7679F-459B-8743-9F3C-64DAF79235EA}" dt="2021-09-30T06:16:24.437" v="1150" actId="571"/>
            <ac:spMkLst>
              <pc:docMk/>
              <pc:sldMasterMk cId="2667736428" sldId="2147483648"/>
              <pc:sldLayoutMk cId="3315379005" sldId="2147483662"/>
              <ac:spMk id="37" creationId="{206A841C-A1C6-4244-B233-FDCDB4AF1EE8}"/>
            </ac:spMkLst>
          </pc:spChg>
          <pc:spChg chg="add mod">
            <ac:chgData name="林 芷歆" userId="45b96cb2-62ac-45c6-b1a7-2382a1a7c7fe" providerId="ADAL" clId="{60D7679F-459B-8743-9F3C-64DAF79235EA}" dt="2021-09-30T06:16:28.353" v="1151" actId="571"/>
            <ac:spMkLst>
              <pc:docMk/>
              <pc:sldMasterMk cId="2667736428" sldId="2147483648"/>
              <pc:sldLayoutMk cId="3315379005" sldId="2147483662"/>
              <ac:spMk id="38" creationId="{D71089B5-A331-6942-85C4-75B0BE54640B}"/>
            </ac:spMkLst>
          </pc:spChg>
          <pc:spChg chg="add mod">
            <ac:chgData name="林 芷歆" userId="45b96cb2-62ac-45c6-b1a7-2382a1a7c7fe" providerId="ADAL" clId="{60D7679F-459B-8743-9F3C-64DAF79235EA}" dt="2021-09-30T06:16:34.337" v="1152" actId="571"/>
            <ac:spMkLst>
              <pc:docMk/>
              <pc:sldMasterMk cId="2667736428" sldId="2147483648"/>
              <pc:sldLayoutMk cId="3315379005" sldId="2147483662"/>
              <ac:spMk id="39" creationId="{C3231F63-03B9-7840-AE84-670457390A48}"/>
            </ac:spMkLst>
          </pc:spChg>
          <pc:spChg chg="add mod">
            <ac:chgData name="林 芷歆" userId="45b96cb2-62ac-45c6-b1a7-2382a1a7c7fe" providerId="ADAL" clId="{60D7679F-459B-8743-9F3C-64DAF79235EA}" dt="2021-09-30T06:16:34.337" v="1152" actId="571"/>
            <ac:spMkLst>
              <pc:docMk/>
              <pc:sldMasterMk cId="2667736428" sldId="2147483648"/>
              <pc:sldLayoutMk cId="3315379005" sldId="2147483662"/>
              <ac:spMk id="40" creationId="{29853AD3-03C0-7E4D-BCA1-EE9A3D3C4A3E}"/>
            </ac:spMkLst>
          </pc:spChg>
        </pc:sldLayoutChg>
        <pc:sldLayoutChg chg="addSp delSp modSp new mod ord">
          <pc:chgData name="林 芷歆" userId="45b96cb2-62ac-45c6-b1a7-2382a1a7c7fe" providerId="ADAL" clId="{60D7679F-459B-8743-9F3C-64DAF79235EA}" dt="2021-09-30T06:14:00.903" v="1045" actId="255"/>
          <pc:sldLayoutMkLst>
            <pc:docMk/>
            <pc:sldMasterMk cId="2667736428" sldId="2147483648"/>
            <pc:sldLayoutMk cId="88474692" sldId="2147483663"/>
          </pc:sldLayoutMkLst>
          <pc:spChg chg="del">
            <ac:chgData name="林 芷歆" userId="45b96cb2-62ac-45c6-b1a7-2382a1a7c7fe" providerId="ADAL" clId="{60D7679F-459B-8743-9F3C-64DAF79235EA}" dt="2021-09-24T10:08:42.471" v="278" actId="478"/>
            <ac:spMkLst>
              <pc:docMk/>
              <pc:sldMasterMk cId="2667736428" sldId="2147483648"/>
              <pc:sldLayoutMk cId="88474692" sldId="2147483663"/>
              <ac:spMk id="2" creationId="{858D3C1C-1AA4-344F-B529-54BD823BA0F4}"/>
            </ac:spMkLst>
          </pc:spChg>
          <pc:spChg chg="add del">
            <ac:chgData name="林 芷歆" userId="45b96cb2-62ac-45c6-b1a7-2382a1a7c7fe" providerId="ADAL" clId="{60D7679F-459B-8743-9F3C-64DAF79235EA}" dt="2021-09-30T05:20:28.573" v="581" actId="11529"/>
            <ac:spMkLst>
              <pc:docMk/>
              <pc:sldMasterMk cId="2667736428" sldId="2147483648"/>
              <pc:sldLayoutMk cId="88474692" sldId="2147483663"/>
              <ac:spMk id="2" creationId="{F0758D00-DE92-1145-990C-628213E08768}"/>
            </ac:spMkLst>
          </pc:spChg>
          <pc:spChg chg="add mod">
            <ac:chgData name="林 芷歆" userId="45b96cb2-62ac-45c6-b1a7-2382a1a7c7fe" providerId="ADAL" clId="{60D7679F-459B-8743-9F3C-64DAF79235EA}" dt="2021-09-30T06:11:51.807" v="1002" actId="2711"/>
            <ac:spMkLst>
              <pc:docMk/>
              <pc:sldMasterMk cId="2667736428" sldId="2147483648"/>
              <pc:sldLayoutMk cId="88474692" sldId="2147483663"/>
              <ac:spMk id="3" creationId="{79BD96E7-F32B-5C48-98BA-E99E30EBD99B}"/>
            </ac:spMkLst>
          </pc:spChg>
          <pc:spChg chg="add mod">
            <ac:chgData name="林 芷歆" userId="45b96cb2-62ac-45c6-b1a7-2382a1a7c7fe" providerId="ADAL" clId="{60D7679F-459B-8743-9F3C-64DAF79235EA}" dt="2021-09-30T06:11:51.807" v="1002" actId="2711"/>
            <ac:spMkLst>
              <pc:docMk/>
              <pc:sldMasterMk cId="2667736428" sldId="2147483648"/>
              <pc:sldLayoutMk cId="88474692" sldId="2147483663"/>
              <ac:spMk id="4" creationId="{9E89B489-A430-E342-81F3-0116ED239633}"/>
            </ac:spMkLst>
          </pc:spChg>
          <pc:spChg chg="add del mod">
            <ac:chgData name="林 芷歆" userId="45b96cb2-62ac-45c6-b1a7-2382a1a7c7fe" providerId="ADAL" clId="{60D7679F-459B-8743-9F3C-64DAF79235EA}" dt="2021-09-30T06:11:51.807" v="1002" actId="2711"/>
            <ac:spMkLst>
              <pc:docMk/>
              <pc:sldMasterMk cId="2667736428" sldId="2147483648"/>
              <pc:sldLayoutMk cId="88474692" sldId="2147483663"/>
              <ac:spMk id="5" creationId="{8A8AA467-8086-BB4F-954A-00953FAEFBFB}"/>
            </ac:spMkLst>
          </pc:spChg>
          <pc:spChg chg="add mod">
            <ac:chgData name="林 芷歆" userId="45b96cb2-62ac-45c6-b1a7-2382a1a7c7fe" providerId="ADAL" clId="{60D7679F-459B-8743-9F3C-64DAF79235EA}" dt="2021-09-30T06:11:51.807" v="1002" actId="2711"/>
            <ac:spMkLst>
              <pc:docMk/>
              <pc:sldMasterMk cId="2667736428" sldId="2147483648"/>
              <pc:sldLayoutMk cId="88474692" sldId="2147483663"/>
              <ac:spMk id="6" creationId="{B0F1A623-EA0E-E24B-AE36-CAB799A3EEA9}"/>
            </ac:spMkLst>
          </pc:spChg>
          <pc:spChg chg="add mod">
            <ac:chgData name="林 芷歆" userId="45b96cb2-62ac-45c6-b1a7-2382a1a7c7fe" providerId="ADAL" clId="{60D7679F-459B-8743-9F3C-64DAF79235EA}" dt="2021-09-30T06:13:52.774" v="1042" actId="20577"/>
            <ac:spMkLst>
              <pc:docMk/>
              <pc:sldMasterMk cId="2667736428" sldId="2147483648"/>
              <pc:sldLayoutMk cId="88474692" sldId="2147483663"/>
              <ac:spMk id="7" creationId="{665A6F07-ACD3-B044-AFD6-9357250DD6DA}"/>
            </ac:spMkLst>
          </pc:spChg>
          <pc:spChg chg="add del mod">
            <ac:chgData name="林 芷歆" userId="45b96cb2-62ac-45c6-b1a7-2382a1a7c7fe" providerId="ADAL" clId="{60D7679F-459B-8743-9F3C-64DAF79235EA}" dt="2021-09-30T05:20:51.468" v="585" actId="478"/>
            <ac:spMkLst>
              <pc:docMk/>
              <pc:sldMasterMk cId="2667736428" sldId="2147483648"/>
              <pc:sldLayoutMk cId="88474692" sldId="2147483663"/>
              <ac:spMk id="8" creationId="{A15FC241-9C52-704B-B80D-AA4F1EBD5D8B}"/>
            </ac:spMkLst>
          </pc:spChg>
          <pc:spChg chg="add del mod">
            <ac:chgData name="林 芷歆" userId="45b96cb2-62ac-45c6-b1a7-2382a1a7c7fe" providerId="ADAL" clId="{60D7679F-459B-8743-9F3C-64DAF79235EA}" dt="2021-09-24T10:18:15.545" v="419" actId="478"/>
            <ac:spMkLst>
              <pc:docMk/>
              <pc:sldMasterMk cId="2667736428" sldId="2147483648"/>
              <pc:sldLayoutMk cId="88474692" sldId="2147483663"/>
              <ac:spMk id="8" creationId="{CB928750-7D31-8E45-975A-0C476E13F21C}"/>
            </ac:spMkLst>
          </pc:spChg>
          <pc:spChg chg="add mod">
            <ac:chgData name="林 芷歆" userId="45b96cb2-62ac-45c6-b1a7-2382a1a7c7fe" providerId="ADAL" clId="{60D7679F-459B-8743-9F3C-64DAF79235EA}" dt="2021-09-24T10:22:13.262" v="458"/>
            <ac:spMkLst>
              <pc:docMk/>
              <pc:sldMasterMk cId="2667736428" sldId="2147483648"/>
              <pc:sldLayoutMk cId="88474692" sldId="2147483663"/>
              <ac:spMk id="9" creationId="{183FE903-2808-9145-8E6D-B70CC8C045A8}"/>
            </ac:spMkLst>
          </pc:spChg>
          <pc:spChg chg="add del mod">
            <ac:chgData name="林 芷歆" userId="45b96cb2-62ac-45c6-b1a7-2382a1a7c7fe" providerId="ADAL" clId="{60D7679F-459B-8743-9F3C-64DAF79235EA}" dt="2021-09-30T05:20:55.531" v="587"/>
            <ac:spMkLst>
              <pc:docMk/>
              <pc:sldMasterMk cId="2667736428" sldId="2147483648"/>
              <pc:sldLayoutMk cId="88474692" sldId="2147483663"/>
              <ac:spMk id="10" creationId="{D4EC997F-BEF8-5649-AE74-CF8C0654B3BA}"/>
            </ac:spMkLst>
          </pc:spChg>
          <pc:spChg chg="add del mod">
            <ac:chgData name="林 芷歆" userId="45b96cb2-62ac-45c6-b1a7-2382a1a7c7fe" providerId="ADAL" clId="{60D7679F-459B-8743-9F3C-64DAF79235EA}" dt="2021-09-30T05:21:05.499" v="594"/>
            <ac:spMkLst>
              <pc:docMk/>
              <pc:sldMasterMk cId="2667736428" sldId="2147483648"/>
              <pc:sldLayoutMk cId="88474692" sldId="2147483663"/>
              <ac:spMk id="11" creationId="{FEFF40DD-2B3E-704E-9CB5-D6DA35FFAEC1}"/>
            </ac:spMkLst>
          </pc:spChg>
          <pc:spChg chg="add del mod">
            <ac:chgData name="林 芷歆" userId="45b96cb2-62ac-45c6-b1a7-2382a1a7c7fe" providerId="ADAL" clId="{60D7679F-459B-8743-9F3C-64DAF79235EA}" dt="2021-09-30T05:52:45.249" v="696" actId="478"/>
            <ac:spMkLst>
              <pc:docMk/>
              <pc:sldMasterMk cId="2667736428" sldId="2147483648"/>
              <pc:sldLayoutMk cId="88474692" sldId="2147483663"/>
              <ac:spMk id="12" creationId="{9F229C3E-DB5B-AE48-9D57-6A6E692FC187}"/>
            </ac:spMkLst>
          </pc:spChg>
          <pc:spChg chg="add del">
            <ac:chgData name="林 芷歆" userId="45b96cb2-62ac-45c6-b1a7-2382a1a7c7fe" providerId="ADAL" clId="{60D7679F-459B-8743-9F3C-64DAF79235EA}" dt="2021-09-30T05:52:58.614" v="697" actId="11529"/>
            <ac:spMkLst>
              <pc:docMk/>
              <pc:sldMasterMk cId="2667736428" sldId="2147483648"/>
              <pc:sldLayoutMk cId="88474692" sldId="2147483663"/>
              <ac:spMk id="13" creationId="{9B20A182-6E96-CC49-810C-8B00FD7CD435}"/>
            </ac:spMkLst>
          </pc:spChg>
          <pc:spChg chg="add mod">
            <ac:chgData name="林 芷歆" userId="45b96cb2-62ac-45c6-b1a7-2382a1a7c7fe" providerId="ADAL" clId="{60D7679F-459B-8743-9F3C-64DAF79235EA}" dt="2021-09-30T06:13:01.237" v="1012" actId="242"/>
            <ac:spMkLst>
              <pc:docMk/>
              <pc:sldMasterMk cId="2667736428" sldId="2147483648"/>
              <pc:sldLayoutMk cId="88474692" sldId="2147483663"/>
              <ac:spMk id="14" creationId="{14E80BEB-6BC2-4744-8E6F-DA34C2B4B4C2}"/>
            </ac:spMkLst>
          </pc:spChg>
          <pc:spChg chg="add del mod">
            <ac:chgData name="林 芷歆" userId="45b96cb2-62ac-45c6-b1a7-2382a1a7c7fe" providerId="ADAL" clId="{60D7679F-459B-8743-9F3C-64DAF79235EA}" dt="2021-09-30T06:13:03.095" v="1013" actId="478"/>
            <ac:spMkLst>
              <pc:docMk/>
              <pc:sldMasterMk cId="2667736428" sldId="2147483648"/>
              <pc:sldLayoutMk cId="88474692" sldId="2147483663"/>
              <ac:spMk id="15" creationId="{06C1FA40-FB82-4D47-AB30-444093C88A1A}"/>
            </ac:spMkLst>
          </pc:spChg>
          <pc:spChg chg="add mod">
            <ac:chgData name="林 芷歆" userId="45b96cb2-62ac-45c6-b1a7-2382a1a7c7fe" providerId="ADAL" clId="{60D7679F-459B-8743-9F3C-64DAF79235EA}" dt="2021-09-30T06:12:09.627" v="1005" actId="2711"/>
            <ac:spMkLst>
              <pc:docMk/>
              <pc:sldMasterMk cId="2667736428" sldId="2147483648"/>
              <pc:sldLayoutMk cId="88474692" sldId="2147483663"/>
              <ac:spMk id="16" creationId="{67C651F6-3399-C54B-BBC5-FC5E00458D39}"/>
            </ac:spMkLst>
          </pc:spChg>
          <pc:spChg chg="add mod">
            <ac:chgData name="林 芷歆" userId="45b96cb2-62ac-45c6-b1a7-2382a1a7c7fe" providerId="ADAL" clId="{60D7679F-459B-8743-9F3C-64DAF79235EA}" dt="2021-09-30T06:12:09.627" v="1005" actId="2711"/>
            <ac:spMkLst>
              <pc:docMk/>
              <pc:sldMasterMk cId="2667736428" sldId="2147483648"/>
              <pc:sldLayoutMk cId="88474692" sldId="2147483663"/>
              <ac:spMk id="17" creationId="{A56A5F49-488F-2A46-A173-D10677293AB0}"/>
            </ac:spMkLst>
          </pc:spChg>
          <pc:spChg chg="add mod">
            <ac:chgData name="林 芷歆" userId="45b96cb2-62ac-45c6-b1a7-2382a1a7c7fe" providerId="ADAL" clId="{60D7679F-459B-8743-9F3C-64DAF79235EA}" dt="2021-09-30T06:13:10.353" v="1016" actId="14100"/>
            <ac:spMkLst>
              <pc:docMk/>
              <pc:sldMasterMk cId="2667736428" sldId="2147483648"/>
              <pc:sldLayoutMk cId="88474692" sldId="2147483663"/>
              <ac:spMk id="18" creationId="{2DA5DD17-8F5A-CA42-8668-E38199FBB168}"/>
            </ac:spMkLst>
          </pc:spChg>
          <pc:spChg chg="add mod">
            <ac:chgData name="林 芷歆" userId="45b96cb2-62ac-45c6-b1a7-2382a1a7c7fe" providerId="ADAL" clId="{60D7679F-459B-8743-9F3C-64DAF79235EA}" dt="2021-09-30T06:13:21.872" v="1029" actId="571"/>
            <ac:spMkLst>
              <pc:docMk/>
              <pc:sldMasterMk cId="2667736428" sldId="2147483648"/>
              <pc:sldLayoutMk cId="88474692" sldId="2147483663"/>
              <ac:spMk id="19" creationId="{C1199E11-3AE0-5942-839C-0461F47C1682}"/>
            </ac:spMkLst>
          </pc:spChg>
          <pc:spChg chg="add mod">
            <ac:chgData name="林 芷歆" userId="45b96cb2-62ac-45c6-b1a7-2382a1a7c7fe" providerId="ADAL" clId="{60D7679F-459B-8743-9F3C-64DAF79235EA}" dt="2021-09-30T06:14:00.903" v="1045" actId="255"/>
            <ac:spMkLst>
              <pc:docMk/>
              <pc:sldMasterMk cId="2667736428" sldId="2147483648"/>
              <pc:sldLayoutMk cId="88474692" sldId="2147483663"/>
              <ac:spMk id="20" creationId="{8AEF9E52-9C25-9148-A454-27CABE6769E4}"/>
            </ac:spMkLst>
          </pc:spChg>
        </pc:sldLayoutChg>
        <pc:sldLayoutChg chg="addSp delSp modSp new mod">
          <pc:chgData name="林 芷歆" userId="45b96cb2-62ac-45c6-b1a7-2382a1a7c7fe" providerId="ADAL" clId="{60D7679F-459B-8743-9F3C-64DAF79235EA}" dt="2021-09-30T06:21:59.998" v="1202" actId="1037"/>
          <pc:sldLayoutMkLst>
            <pc:docMk/>
            <pc:sldMasterMk cId="2667736428" sldId="2147483648"/>
            <pc:sldLayoutMk cId="1505975848" sldId="2147483664"/>
          </pc:sldLayoutMkLst>
          <pc:spChg chg="add del mod">
            <ac:chgData name="林 芷歆" userId="45b96cb2-62ac-45c6-b1a7-2382a1a7c7fe" providerId="ADAL" clId="{60D7679F-459B-8743-9F3C-64DAF79235EA}" dt="2021-09-30T05:50:13.506" v="688" actId="478"/>
            <ac:spMkLst>
              <pc:docMk/>
              <pc:sldMasterMk cId="2667736428" sldId="2147483648"/>
              <pc:sldLayoutMk cId="1505975848" sldId="2147483664"/>
              <ac:spMk id="2" creationId="{7D9A0470-F616-D349-B945-D900933B7BFA}"/>
            </ac:spMkLst>
          </pc:spChg>
          <pc:spChg chg="del">
            <ac:chgData name="林 芷歆" userId="45b96cb2-62ac-45c6-b1a7-2382a1a7c7fe" providerId="ADAL" clId="{60D7679F-459B-8743-9F3C-64DAF79235EA}" dt="2021-09-24T10:09:08.402" v="282" actId="478"/>
            <ac:spMkLst>
              <pc:docMk/>
              <pc:sldMasterMk cId="2667736428" sldId="2147483648"/>
              <pc:sldLayoutMk cId="1505975848" sldId="2147483664"/>
              <ac:spMk id="2" creationId="{FF9BE6D9-0B24-8041-AA61-E9886311E354}"/>
            </ac:spMkLst>
          </pc:spChg>
          <pc:spChg chg="add mod">
            <ac:chgData name="林 芷歆" userId="45b96cb2-62ac-45c6-b1a7-2382a1a7c7fe" providerId="ADAL" clId="{60D7679F-459B-8743-9F3C-64DAF79235EA}" dt="2021-09-30T06:21:59.998" v="1202" actId="1037"/>
            <ac:spMkLst>
              <pc:docMk/>
              <pc:sldMasterMk cId="2667736428" sldId="2147483648"/>
              <pc:sldLayoutMk cId="1505975848" sldId="2147483664"/>
              <ac:spMk id="3" creationId="{7FF04D4F-B6C1-4046-99B1-0F8CA78F55C9}"/>
            </ac:spMkLst>
          </pc:spChg>
          <pc:spChg chg="add mod">
            <ac:chgData name="林 芷歆" userId="45b96cb2-62ac-45c6-b1a7-2382a1a7c7fe" providerId="ADAL" clId="{60D7679F-459B-8743-9F3C-64DAF79235EA}" dt="2021-09-30T06:21:59.998" v="1202" actId="1037"/>
            <ac:spMkLst>
              <pc:docMk/>
              <pc:sldMasterMk cId="2667736428" sldId="2147483648"/>
              <pc:sldLayoutMk cId="1505975848" sldId="2147483664"/>
              <ac:spMk id="4" creationId="{727EEA0A-C783-4C4E-A350-0EB59111FED2}"/>
            </ac:spMkLst>
          </pc:spChg>
          <pc:spChg chg="add del mod">
            <ac:chgData name="林 芷歆" userId="45b96cb2-62ac-45c6-b1a7-2382a1a7c7fe" providerId="ADAL" clId="{60D7679F-459B-8743-9F3C-64DAF79235EA}" dt="2021-09-30T05:59:35.896" v="862" actId="478"/>
            <ac:spMkLst>
              <pc:docMk/>
              <pc:sldMasterMk cId="2667736428" sldId="2147483648"/>
              <pc:sldLayoutMk cId="1505975848" sldId="2147483664"/>
              <ac:spMk id="5" creationId="{DBB11A02-9D6A-244F-8717-A15DFE5DDEDA}"/>
            </ac:spMkLst>
          </pc:spChg>
          <pc:spChg chg="add del mod">
            <ac:chgData name="林 芷歆" userId="45b96cb2-62ac-45c6-b1a7-2382a1a7c7fe" providerId="ADAL" clId="{60D7679F-459B-8743-9F3C-64DAF79235EA}" dt="2021-09-30T05:59:36.660" v="863" actId="478"/>
            <ac:spMkLst>
              <pc:docMk/>
              <pc:sldMasterMk cId="2667736428" sldId="2147483648"/>
              <pc:sldLayoutMk cId="1505975848" sldId="2147483664"/>
              <ac:spMk id="6" creationId="{3EE5360D-6B90-E54C-881A-D3CDE19E4DB4}"/>
            </ac:spMkLst>
          </pc:spChg>
          <pc:spChg chg="add mod">
            <ac:chgData name="林 芷歆" userId="45b96cb2-62ac-45c6-b1a7-2382a1a7c7fe" providerId="ADAL" clId="{60D7679F-459B-8743-9F3C-64DAF79235EA}" dt="2021-09-30T06:21:59.998" v="1202" actId="1037"/>
            <ac:spMkLst>
              <pc:docMk/>
              <pc:sldMasterMk cId="2667736428" sldId="2147483648"/>
              <pc:sldLayoutMk cId="1505975848" sldId="2147483664"/>
              <ac:spMk id="7" creationId="{5747C89C-1FD7-A74C-AB0E-209F7FC89F91}"/>
            </ac:spMkLst>
          </pc:spChg>
          <pc:spChg chg="add del mod">
            <ac:chgData name="林 芷歆" userId="45b96cb2-62ac-45c6-b1a7-2382a1a7c7fe" providerId="ADAL" clId="{60D7679F-459B-8743-9F3C-64DAF79235EA}" dt="2021-09-30T05:58:59.515" v="852" actId="478"/>
            <ac:spMkLst>
              <pc:docMk/>
              <pc:sldMasterMk cId="2667736428" sldId="2147483648"/>
              <pc:sldLayoutMk cId="1505975848" sldId="2147483664"/>
              <ac:spMk id="8" creationId="{993735C3-0814-C64B-B467-7804C0C5DBA0}"/>
            </ac:spMkLst>
          </pc:spChg>
          <pc:spChg chg="add mod">
            <ac:chgData name="林 芷歆" userId="45b96cb2-62ac-45c6-b1a7-2382a1a7c7fe" providerId="ADAL" clId="{60D7679F-459B-8743-9F3C-64DAF79235EA}" dt="2021-09-30T06:21:59.998" v="1202" actId="1037"/>
            <ac:spMkLst>
              <pc:docMk/>
              <pc:sldMasterMk cId="2667736428" sldId="2147483648"/>
              <pc:sldLayoutMk cId="1505975848" sldId="2147483664"/>
              <ac:spMk id="9" creationId="{10D01119-0693-AD4D-835E-6CD56A5FF970}"/>
            </ac:spMkLst>
          </pc:spChg>
          <pc:spChg chg="add mod">
            <ac:chgData name="林 芷歆" userId="45b96cb2-62ac-45c6-b1a7-2382a1a7c7fe" providerId="ADAL" clId="{60D7679F-459B-8743-9F3C-64DAF79235EA}" dt="2021-09-30T06:21:59.998" v="1202" actId="1037"/>
            <ac:spMkLst>
              <pc:docMk/>
              <pc:sldMasterMk cId="2667736428" sldId="2147483648"/>
              <pc:sldLayoutMk cId="1505975848" sldId="2147483664"/>
              <ac:spMk id="10" creationId="{FB54C377-9F71-6343-9288-B2EFAE1D1B66}"/>
            </ac:spMkLst>
          </pc:spChg>
          <pc:spChg chg="add del mod">
            <ac:chgData name="林 芷歆" userId="45b96cb2-62ac-45c6-b1a7-2382a1a7c7fe" providerId="ADAL" clId="{60D7679F-459B-8743-9F3C-64DAF79235EA}" dt="2021-09-30T05:59:00.831" v="853" actId="478"/>
            <ac:spMkLst>
              <pc:docMk/>
              <pc:sldMasterMk cId="2667736428" sldId="2147483648"/>
              <pc:sldLayoutMk cId="1505975848" sldId="2147483664"/>
              <ac:spMk id="11" creationId="{A370F8B8-8303-444F-BDB3-DDFA41567CB3}"/>
            </ac:spMkLst>
          </pc:spChg>
          <pc:spChg chg="add mod">
            <ac:chgData name="林 芷歆" userId="45b96cb2-62ac-45c6-b1a7-2382a1a7c7fe" providerId="ADAL" clId="{60D7679F-459B-8743-9F3C-64DAF79235EA}" dt="2021-09-30T06:21:59.998" v="1202" actId="1037"/>
            <ac:spMkLst>
              <pc:docMk/>
              <pc:sldMasterMk cId="2667736428" sldId="2147483648"/>
              <pc:sldLayoutMk cId="1505975848" sldId="2147483664"/>
              <ac:spMk id="12" creationId="{2242479B-CBA0-0149-B84D-E580E5474117}"/>
            </ac:spMkLst>
          </pc:spChg>
          <pc:spChg chg="add mod">
            <ac:chgData name="林 芷歆" userId="45b96cb2-62ac-45c6-b1a7-2382a1a7c7fe" providerId="ADAL" clId="{60D7679F-459B-8743-9F3C-64DAF79235EA}" dt="2021-09-30T06:21:59.998" v="1202" actId="1037"/>
            <ac:spMkLst>
              <pc:docMk/>
              <pc:sldMasterMk cId="2667736428" sldId="2147483648"/>
              <pc:sldLayoutMk cId="1505975848" sldId="2147483664"/>
              <ac:spMk id="13" creationId="{64257B30-D3A7-C24B-A75B-25D2AE0FAC37}"/>
            </ac:spMkLst>
          </pc:spChg>
          <pc:spChg chg="add del mod">
            <ac:chgData name="林 芷歆" userId="45b96cb2-62ac-45c6-b1a7-2382a1a7c7fe" providerId="ADAL" clId="{60D7679F-459B-8743-9F3C-64DAF79235EA}" dt="2021-09-24T10:18:18.325" v="420" actId="478"/>
            <ac:spMkLst>
              <pc:docMk/>
              <pc:sldMasterMk cId="2667736428" sldId="2147483648"/>
              <pc:sldLayoutMk cId="1505975848" sldId="2147483664"/>
              <ac:spMk id="14" creationId="{6DB6BF36-69D3-8544-8383-4F6FE538B940}"/>
            </ac:spMkLst>
          </pc:spChg>
          <pc:spChg chg="add del">
            <ac:chgData name="林 芷歆" userId="45b96cb2-62ac-45c6-b1a7-2382a1a7c7fe" providerId="ADAL" clId="{60D7679F-459B-8743-9F3C-64DAF79235EA}" dt="2021-09-24T10:19:07.663" v="424" actId="11529"/>
            <ac:spMkLst>
              <pc:docMk/>
              <pc:sldMasterMk cId="2667736428" sldId="2147483648"/>
              <pc:sldLayoutMk cId="1505975848" sldId="2147483664"/>
              <ac:spMk id="15" creationId="{A7D27BE3-5E14-9D44-84E0-960B607D6D64}"/>
            </ac:spMkLst>
          </pc:spChg>
          <pc:spChg chg="add mod">
            <ac:chgData name="林 芷歆" userId="45b96cb2-62ac-45c6-b1a7-2382a1a7c7fe" providerId="ADAL" clId="{60D7679F-459B-8743-9F3C-64DAF79235EA}" dt="2021-09-30T06:21:59.998" v="1202" actId="1037"/>
            <ac:spMkLst>
              <pc:docMk/>
              <pc:sldMasterMk cId="2667736428" sldId="2147483648"/>
              <pc:sldLayoutMk cId="1505975848" sldId="2147483664"/>
              <ac:spMk id="15" creationId="{A91893A2-3201-4342-9429-C189AAC2F33E}"/>
            </ac:spMkLst>
          </pc:spChg>
          <pc:spChg chg="add del mod">
            <ac:chgData name="林 芷歆" userId="45b96cb2-62ac-45c6-b1a7-2382a1a7c7fe" providerId="ADAL" clId="{60D7679F-459B-8743-9F3C-64DAF79235EA}" dt="2021-09-24T10:19:07.663" v="424" actId="11529"/>
            <ac:spMkLst>
              <pc:docMk/>
              <pc:sldMasterMk cId="2667736428" sldId="2147483648"/>
              <pc:sldLayoutMk cId="1505975848" sldId="2147483664"/>
              <ac:spMk id="16" creationId="{4894A748-F7BF-0447-B6F8-3AA75909EE11}"/>
            </ac:spMkLst>
          </pc:spChg>
          <pc:spChg chg="add mod">
            <ac:chgData name="林 芷歆" userId="45b96cb2-62ac-45c6-b1a7-2382a1a7c7fe" providerId="ADAL" clId="{60D7679F-459B-8743-9F3C-64DAF79235EA}" dt="2021-09-30T06:21:59.998" v="1202" actId="1037"/>
            <ac:spMkLst>
              <pc:docMk/>
              <pc:sldMasterMk cId="2667736428" sldId="2147483648"/>
              <pc:sldLayoutMk cId="1505975848" sldId="2147483664"/>
              <ac:spMk id="16" creationId="{9461DD0C-FCE2-1E42-A28D-AEC73947B2A5}"/>
            </ac:spMkLst>
          </pc:spChg>
          <pc:spChg chg="add mod">
            <ac:chgData name="林 芷歆" userId="45b96cb2-62ac-45c6-b1a7-2382a1a7c7fe" providerId="ADAL" clId="{60D7679F-459B-8743-9F3C-64DAF79235EA}" dt="2021-09-24T10:22:15.958" v="459"/>
            <ac:spMkLst>
              <pc:docMk/>
              <pc:sldMasterMk cId="2667736428" sldId="2147483648"/>
              <pc:sldLayoutMk cId="1505975848" sldId="2147483664"/>
              <ac:spMk id="17" creationId="{8A66C048-3DA3-B448-804E-86C7C2B71815}"/>
            </ac:spMkLst>
          </pc:spChg>
          <pc:spChg chg="add mod">
            <ac:chgData name="林 芷歆" userId="45b96cb2-62ac-45c6-b1a7-2382a1a7c7fe" providerId="ADAL" clId="{60D7679F-459B-8743-9F3C-64DAF79235EA}" dt="2021-09-30T06:21:59.998" v="1202" actId="1037"/>
            <ac:spMkLst>
              <pc:docMk/>
              <pc:sldMasterMk cId="2667736428" sldId="2147483648"/>
              <pc:sldLayoutMk cId="1505975848" sldId="2147483664"/>
              <ac:spMk id="18" creationId="{386EAE58-6AEA-4C48-9E79-CAE64052808F}"/>
            </ac:spMkLst>
          </pc:spChg>
          <pc:spChg chg="add mod">
            <ac:chgData name="林 芷歆" userId="45b96cb2-62ac-45c6-b1a7-2382a1a7c7fe" providerId="ADAL" clId="{60D7679F-459B-8743-9F3C-64DAF79235EA}" dt="2021-09-30T06:21:59.998" v="1202" actId="1037"/>
            <ac:spMkLst>
              <pc:docMk/>
              <pc:sldMasterMk cId="2667736428" sldId="2147483648"/>
              <pc:sldLayoutMk cId="1505975848" sldId="2147483664"/>
              <ac:spMk id="19" creationId="{0586A711-959A-3C47-B4E0-F6A986EAEC47}"/>
            </ac:spMkLst>
          </pc:spChg>
          <pc:spChg chg="add mod">
            <ac:chgData name="林 芷歆" userId="45b96cb2-62ac-45c6-b1a7-2382a1a7c7fe" providerId="ADAL" clId="{60D7679F-459B-8743-9F3C-64DAF79235EA}" dt="2021-09-30T06:21:59.998" v="1202" actId="1037"/>
            <ac:spMkLst>
              <pc:docMk/>
              <pc:sldMasterMk cId="2667736428" sldId="2147483648"/>
              <pc:sldLayoutMk cId="1505975848" sldId="2147483664"/>
              <ac:spMk id="20" creationId="{37C6956A-4F8E-CA40-90C5-076F5442508E}"/>
            </ac:spMkLst>
          </pc:spChg>
        </pc:sldLayoutChg>
        <pc:sldLayoutChg chg="addSp delSp modSp new del mod">
          <pc:chgData name="林 芷歆" userId="45b96cb2-62ac-45c6-b1a7-2382a1a7c7fe" providerId="ADAL" clId="{60D7679F-459B-8743-9F3C-64DAF79235EA}" dt="2021-09-30T05:52:24.944" v="689" actId="2696"/>
          <pc:sldLayoutMkLst>
            <pc:docMk/>
            <pc:sldMasterMk cId="2667736428" sldId="2147483648"/>
            <pc:sldLayoutMk cId="1696870469" sldId="2147483665"/>
          </pc:sldLayoutMkLst>
          <pc:spChg chg="del">
            <ac:chgData name="林 芷歆" userId="45b96cb2-62ac-45c6-b1a7-2382a1a7c7fe" providerId="ADAL" clId="{60D7679F-459B-8743-9F3C-64DAF79235EA}" dt="2021-09-24T10:15:50.798" v="380" actId="478"/>
            <ac:spMkLst>
              <pc:docMk/>
              <pc:sldMasterMk cId="2667736428" sldId="2147483648"/>
              <pc:sldLayoutMk cId="1696870469" sldId="2147483665"/>
              <ac:spMk id="2" creationId="{FEA53E23-B9E7-B046-8625-73291FB27758}"/>
            </ac:spMkLst>
          </pc:spChg>
          <pc:spChg chg="add del mod">
            <ac:chgData name="林 芷歆" userId="45b96cb2-62ac-45c6-b1a7-2382a1a7c7fe" providerId="ADAL" clId="{60D7679F-459B-8743-9F3C-64DAF79235EA}" dt="2021-09-24T10:17:47.096" v="411" actId="478"/>
            <ac:spMkLst>
              <pc:docMk/>
              <pc:sldMasterMk cId="2667736428" sldId="2147483648"/>
              <pc:sldLayoutMk cId="1696870469" sldId="2147483665"/>
              <ac:spMk id="3" creationId="{1AECF920-EE1E-914F-8CF4-47BA91689A6A}"/>
            </ac:spMkLst>
          </pc:spChg>
          <pc:spChg chg="add del mod">
            <ac:chgData name="林 芷歆" userId="45b96cb2-62ac-45c6-b1a7-2382a1a7c7fe" providerId="ADAL" clId="{60D7679F-459B-8743-9F3C-64DAF79235EA}" dt="2021-09-24T10:21:39.995" v="450" actId="478"/>
            <ac:spMkLst>
              <pc:docMk/>
              <pc:sldMasterMk cId="2667736428" sldId="2147483648"/>
              <pc:sldLayoutMk cId="1696870469" sldId="2147483665"/>
              <ac:spMk id="4" creationId="{03124D29-7F04-C048-BF43-8AE17BB832AF}"/>
            </ac:spMkLst>
          </pc:spChg>
          <pc:spChg chg="add mod">
            <ac:chgData name="林 芷歆" userId="45b96cb2-62ac-45c6-b1a7-2382a1a7c7fe" providerId="ADAL" clId="{60D7679F-459B-8743-9F3C-64DAF79235EA}" dt="2021-09-24T10:22:05.639" v="455"/>
            <ac:spMkLst>
              <pc:docMk/>
              <pc:sldMasterMk cId="2667736428" sldId="2147483648"/>
              <pc:sldLayoutMk cId="1696870469" sldId="2147483665"/>
              <ac:spMk id="5" creationId="{A8BC254E-FC14-C442-832A-AC2B3EAA45E5}"/>
            </ac:spMkLst>
          </pc:spChg>
        </pc:sldLayoutChg>
        <pc:sldLayoutChg chg="new del mod">
          <pc:chgData name="林 芷歆" userId="45b96cb2-62ac-45c6-b1a7-2382a1a7c7fe" providerId="ADAL" clId="{60D7679F-459B-8743-9F3C-64DAF79235EA}" dt="2021-09-24T10:19:38.125" v="430" actId="11236"/>
          <pc:sldLayoutMkLst>
            <pc:docMk/>
            <pc:sldMasterMk cId="2667736428" sldId="2147483648"/>
            <pc:sldLayoutMk cId="2728408575" sldId="2147483666"/>
          </pc:sldLayoutMkLst>
        </pc:sldLayoutChg>
        <pc:sldLayoutChg chg="addSp delSp modSp new mod">
          <pc:chgData name="林 芷歆" userId="45b96cb2-62ac-45c6-b1a7-2382a1a7c7fe" providerId="ADAL" clId="{60D7679F-459B-8743-9F3C-64DAF79235EA}" dt="2021-09-24T10:22:35.221" v="463"/>
          <pc:sldLayoutMkLst>
            <pc:docMk/>
            <pc:sldMasterMk cId="2667736428" sldId="2147483648"/>
            <pc:sldLayoutMk cId="2744046414" sldId="2147483666"/>
          </pc:sldLayoutMkLst>
          <pc:spChg chg="del">
            <ac:chgData name="林 芷歆" userId="45b96cb2-62ac-45c6-b1a7-2382a1a7c7fe" providerId="ADAL" clId="{60D7679F-459B-8743-9F3C-64DAF79235EA}" dt="2021-09-24T10:20:49.181" v="437" actId="478"/>
            <ac:spMkLst>
              <pc:docMk/>
              <pc:sldMasterMk cId="2667736428" sldId="2147483648"/>
              <pc:sldLayoutMk cId="2744046414" sldId="2147483666"/>
              <ac:spMk id="2" creationId="{4DD372F2-71C8-C943-B159-B2885BAC999B}"/>
            </ac:spMkLst>
          </pc:spChg>
          <pc:spChg chg="add del">
            <ac:chgData name="林 芷歆" userId="45b96cb2-62ac-45c6-b1a7-2382a1a7c7fe" providerId="ADAL" clId="{60D7679F-459B-8743-9F3C-64DAF79235EA}" dt="2021-09-24T10:20:46.698" v="436" actId="11529"/>
            <ac:spMkLst>
              <pc:docMk/>
              <pc:sldMasterMk cId="2667736428" sldId="2147483648"/>
              <pc:sldLayoutMk cId="2744046414" sldId="2147483666"/>
              <ac:spMk id="3" creationId="{11E20939-7DD8-6646-92E4-24A524513FFD}"/>
            </ac:spMkLst>
          </pc:spChg>
          <pc:spChg chg="add del mod">
            <ac:chgData name="林 芷歆" userId="45b96cb2-62ac-45c6-b1a7-2382a1a7c7fe" providerId="ADAL" clId="{60D7679F-459B-8743-9F3C-64DAF79235EA}" dt="2021-09-24T10:20:49.181" v="437" actId="478"/>
            <ac:spMkLst>
              <pc:docMk/>
              <pc:sldMasterMk cId="2667736428" sldId="2147483648"/>
              <pc:sldLayoutMk cId="2744046414" sldId="2147483666"/>
              <ac:spMk id="4" creationId="{D952D697-96F0-8B45-99D6-11B0904D172A}"/>
            </ac:spMkLst>
          </pc:spChg>
          <pc:spChg chg="add del mod">
            <ac:chgData name="林 芷歆" userId="45b96cb2-62ac-45c6-b1a7-2382a1a7c7fe" providerId="ADAL" clId="{60D7679F-459B-8743-9F3C-64DAF79235EA}" dt="2021-09-24T10:22:34.388" v="462" actId="478"/>
            <ac:spMkLst>
              <pc:docMk/>
              <pc:sldMasterMk cId="2667736428" sldId="2147483648"/>
              <pc:sldLayoutMk cId="2744046414" sldId="2147483666"/>
              <ac:spMk id="6" creationId="{DF44E19F-9298-5C44-AE4B-4A3D0F9B2054}"/>
            </ac:spMkLst>
          </pc:spChg>
          <pc:picChg chg="add del mod">
            <ac:chgData name="林 芷歆" userId="45b96cb2-62ac-45c6-b1a7-2382a1a7c7fe" providerId="ADAL" clId="{60D7679F-459B-8743-9F3C-64DAF79235EA}" dt="2021-09-24T10:20:54.423" v="439"/>
            <ac:picMkLst>
              <pc:docMk/>
              <pc:sldMasterMk cId="2667736428" sldId="2147483648"/>
              <pc:sldLayoutMk cId="2744046414" sldId="2147483666"/>
              <ac:picMk id="5" creationId="{DC9461F9-9252-6D48-BFBD-37C86C2C5BFF}"/>
            </ac:picMkLst>
          </pc:picChg>
          <pc:picChg chg="add mod">
            <ac:chgData name="林 芷歆" userId="45b96cb2-62ac-45c6-b1a7-2382a1a7c7fe" providerId="ADAL" clId="{60D7679F-459B-8743-9F3C-64DAF79235EA}" dt="2021-09-24T10:22:35.221" v="463"/>
            <ac:picMkLst>
              <pc:docMk/>
              <pc:sldMasterMk cId="2667736428" sldId="2147483648"/>
              <pc:sldLayoutMk cId="2744046414" sldId="2147483666"/>
              <ac:picMk id="7" creationId="{8E9F7941-FF4C-394D-8A7B-B0E8963E67DC}"/>
            </ac:picMkLst>
          </pc:picChg>
          <pc:picChg chg="add mod">
            <ac:chgData name="林 芷歆" userId="45b96cb2-62ac-45c6-b1a7-2382a1a7c7fe" providerId="ADAL" clId="{60D7679F-459B-8743-9F3C-64DAF79235EA}" dt="2021-09-24T10:22:35.221" v="463"/>
            <ac:picMkLst>
              <pc:docMk/>
              <pc:sldMasterMk cId="2667736428" sldId="2147483648"/>
              <pc:sldLayoutMk cId="2744046414" sldId="2147483666"/>
              <ac:picMk id="8" creationId="{DB6F9022-F94F-5C42-ADD4-01A6F4423E13}"/>
            </ac:picMkLst>
          </pc:picChg>
        </pc:sldLayoutChg>
        <pc:sldLayoutChg chg="new del mod">
          <pc:chgData name="林 芷歆" userId="45b96cb2-62ac-45c6-b1a7-2382a1a7c7fe" providerId="ADAL" clId="{60D7679F-459B-8743-9F3C-64DAF79235EA}" dt="2021-09-30T06:00:14.261" v="873" actId="11236"/>
          <pc:sldLayoutMkLst>
            <pc:docMk/>
            <pc:sldMasterMk cId="2667736428" sldId="2147483648"/>
            <pc:sldLayoutMk cId="274804413" sldId="2147483667"/>
          </pc:sldLayoutMkLst>
        </pc:sldLayoutChg>
        <pc:sldLayoutChg chg="addSp delSp modSp new mod">
          <pc:chgData name="林 芷歆" userId="45b96cb2-62ac-45c6-b1a7-2382a1a7c7fe" providerId="ADAL" clId="{60D7679F-459B-8743-9F3C-64DAF79235EA}" dt="2021-09-30T06:27:41.591" v="1299" actId="207"/>
          <pc:sldLayoutMkLst>
            <pc:docMk/>
            <pc:sldMasterMk cId="2667736428" sldId="2147483648"/>
            <pc:sldLayoutMk cId="1021120260" sldId="2147483667"/>
          </pc:sldLayoutMkLst>
          <pc:spChg chg="mod">
            <ac:chgData name="林 芷歆" userId="45b96cb2-62ac-45c6-b1a7-2382a1a7c7fe" providerId="ADAL" clId="{60D7679F-459B-8743-9F3C-64DAF79235EA}" dt="2021-09-30T06:01:28.789" v="880" actId="2711"/>
            <ac:spMkLst>
              <pc:docMk/>
              <pc:sldMasterMk cId="2667736428" sldId="2147483648"/>
              <pc:sldLayoutMk cId="1021120260" sldId="2147483667"/>
              <ac:spMk id="2" creationId="{50DF1725-0E38-3048-8F05-82E2517C9CE7}"/>
            </ac:spMkLst>
          </pc:spChg>
          <pc:spChg chg="add del">
            <ac:chgData name="林 芷歆" userId="45b96cb2-62ac-45c6-b1a7-2382a1a7c7fe" providerId="ADAL" clId="{60D7679F-459B-8743-9F3C-64DAF79235EA}" dt="2021-09-30T06:00:38.156" v="875" actId="11529"/>
            <ac:spMkLst>
              <pc:docMk/>
              <pc:sldMasterMk cId="2667736428" sldId="2147483648"/>
              <pc:sldLayoutMk cId="1021120260" sldId="2147483667"/>
              <ac:spMk id="3" creationId="{60C35BC2-945C-F045-90EF-49A7F6C5F44A}"/>
            </ac:spMkLst>
          </pc:spChg>
          <pc:spChg chg="add mod">
            <ac:chgData name="林 芷歆" userId="45b96cb2-62ac-45c6-b1a7-2382a1a7c7fe" providerId="ADAL" clId="{60D7679F-459B-8743-9F3C-64DAF79235EA}" dt="2021-09-30T06:26:30.680" v="1285" actId="1076"/>
            <ac:spMkLst>
              <pc:docMk/>
              <pc:sldMasterMk cId="2667736428" sldId="2147483648"/>
              <pc:sldLayoutMk cId="1021120260" sldId="2147483667"/>
              <ac:spMk id="4" creationId="{63E554FB-97B3-D749-8638-DA5A5382CD31}"/>
            </ac:spMkLst>
          </pc:spChg>
          <pc:spChg chg="add del mod">
            <ac:chgData name="林 芷歆" userId="45b96cb2-62ac-45c6-b1a7-2382a1a7c7fe" providerId="ADAL" clId="{60D7679F-459B-8743-9F3C-64DAF79235EA}" dt="2021-09-30T06:23:08.069" v="1213" actId="478"/>
            <ac:spMkLst>
              <pc:docMk/>
              <pc:sldMasterMk cId="2667736428" sldId="2147483648"/>
              <pc:sldLayoutMk cId="1021120260" sldId="2147483667"/>
              <ac:spMk id="5" creationId="{8CC464A0-AA09-4F4B-9219-5A64A2EF70E0}"/>
            </ac:spMkLst>
          </pc:spChg>
          <pc:spChg chg="add del mod">
            <ac:chgData name="林 芷歆" userId="45b96cb2-62ac-45c6-b1a7-2382a1a7c7fe" providerId="ADAL" clId="{60D7679F-459B-8743-9F3C-64DAF79235EA}" dt="2021-09-30T06:26:25.945" v="1283" actId="478"/>
            <ac:spMkLst>
              <pc:docMk/>
              <pc:sldMasterMk cId="2667736428" sldId="2147483648"/>
              <pc:sldLayoutMk cId="1021120260" sldId="2147483667"/>
              <ac:spMk id="6" creationId="{233342F1-C97A-A542-AA85-04812367553E}"/>
            </ac:spMkLst>
          </pc:spChg>
          <pc:spChg chg="add mod">
            <ac:chgData name="林 芷歆" userId="45b96cb2-62ac-45c6-b1a7-2382a1a7c7fe" providerId="ADAL" clId="{60D7679F-459B-8743-9F3C-64DAF79235EA}" dt="2021-09-30T06:26:30.680" v="1285" actId="1076"/>
            <ac:spMkLst>
              <pc:docMk/>
              <pc:sldMasterMk cId="2667736428" sldId="2147483648"/>
              <pc:sldLayoutMk cId="1021120260" sldId="2147483667"/>
              <ac:spMk id="7" creationId="{7D88BE6D-EE53-5D49-8F68-C0BD6229C9BA}"/>
            </ac:spMkLst>
          </pc:spChg>
          <pc:spChg chg="add mod">
            <ac:chgData name="林 芷歆" userId="45b96cb2-62ac-45c6-b1a7-2382a1a7c7fe" providerId="ADAL" clId="{60D7679F-459B-8743-9F3C-64DAF79235EA}" dt="2021-09-30T06:27:41.591" v="1299" actId="207"/>
            <ac:spMkLst>
              <pc:docMk/>
              <pc:sldMasterMk cId="2667736428" sldId="2147483648"/>
              <pc:sldLayoutMk cId="1021120260" sldId="2147483667"/>
              <ac:spMk id="8" creationId="{558933E3-61FA-0E47-9490-AE990FEE288D}"/>
            </ac:spMkLst>
          </pc:spChg>
          <pc:spChg chg="add mod">
            <ac:chgData name="林 芷歆" userId="45b96cb2-62ac-45c6-b1a7-2382a1a7c7fe" providerId="ADAL" clId="{60D7679F-459B-8743-9F3C-64DAF79235EA}" dt="2021-09-30T06:27:39.521" v="1298" actId="207"/>
            <ac:spMkLst>
              <pc:docMk/>
              <pc:sldMasterMk cId="2667736428" sldId="2147483648"/>
              <pc:sldLayoutMk cId="1021120260" sldId="2147483667"/>
              <ac:spMk id="9" creationId="{9F5A277D-FAFB-8E42-A404-D12E7570B88B}"/>
            </ac:spMkLst>
          </pc:spChg>
        </pc:sldLayoutChg>
        <pc:sldLayoutChg chg="new del mod">
          <pc:chgData name="林 芷歆" userId="45b96cb2-62ac-45c6-b1a7-2382a1a7c7fe" providerId="ADAL" clId="{60D7679F-459B-8743-9F3C-64DAF79235EA}" dt="2021-09-30T05:28:49.785" v="608" actId="11236"/>
          <pc:sldLayoutMkLst>
            <pc:docMk/>
            <pc:sldMasterMk cId="2667736428" sldId="2147483648"/>
            <pc:sldLayoutMk cId="1530683942" sldId="2147483667"/>
          </pc:sldLayoutMkLst>
        </pc:sldLayoutChg>
        <pc:sldLayoutChg chg="addSp delSp modSp new mod">
          <pc:chgData name="林 芷歆" userId="45b96cb2-62ac-45c6-b1a7-2382a1a7c7fe" providerId="ADAL" clId="{60D7679F-459B-8743-9F3C-64DAF79235EA}" dt="2021-09-30T06:23:27.676" v="1219" actId="14100"/>
          <pc:sldLayoutMkLst>
            <pc:docMk/>
            <pc:sldMasterMk cId="2667736428" sldId="2147483648"/>
            <pc:sldLayoutMk cId="2127764118" sldId="2147483668"/>
          </pc:sldLayoutMkLst>
          <pc:spChg chg="add del">
            <ac:chgData name="林 芷歆" userId="45b96cb2-62ac-45c6-b1a7-2382a1a7c7fe" providerId="ADAL" clId="{60D7679F-459B-8743-9F3C-64DAF79235EA}" dt="2021-09-30T06:22:24.733" v="1204" actId="11529"/>
            <ac:spMkLst>
              <pc:docMk/>
              <pc:sldMasterMk cId="2667736428" sldId="2147483648"/>
              <pc:sldLayoutMk cId="2127764118" sldId="2147483668"/>
              <ac:spMk id="3" creationId="{DD7F3FAC-524E-C64A-86CD-C9D43673A776}"/>
            </ac:spMkLst>
          </pc:spChg>
          <pc:spChg chg="add del mod">
            <ac:chgData name="林 芷歆" userId="45b96cb2-62ac-45c6-b1a7-2382a1a7c7fe" providerId="ADAL" clId="{60D7679F-459B-8743-9F3C-64DAF79235EA}" dt="2021-09-30T06:22:27.122" v="1206" actId="478"/>
            <ac:spMkLst>
              <pc:docMk/>
              <pc:sldMasterMk cId="2667736428" sldId="2147483648"/>
              <pc:sldLayoutMk cId="2127764118" sldId="2147483668"/>
              <ac:spMk id="4" creationId="{A554D633-EFC9-1948-B614-BD153557C5D3}"/>
            </ac:spMkLst>
          </pc:spChg>
          <pc:spChg chg="add mod">
            <ac:chgData name="林 芷歆" userId="45b96cb2-62ac-45c6-b1a7-2382a1a7c7fe" providerId="ADAL" clId="{60D7679F-459B-8743-9F3C-64DAF79235EA}" dt="2021-09-30T06:23:27.676" v="1219" actId="14100"/>
            <ac:spMkLst>
              <pc:docMk/>
              <pc:sldMasterMk cId="2667736428" sldId="2147483648"/>
              <pc:sldLayoutMk cId="2127764118" sldId="2147483668"/>
              <ac:spMk id="5" creationId="{C4EE2E76-2F36-8C4D-9F17-D7AC116FB93C}"/>
            </ac:spMkLst>
          </pc:spChg>
          <pc:spChg chg="add mod">
            <ac:chgData name="林 芷歆" userId="45b96cb2-62ac-45c6-b1a7-2382a1a7c7fe" providerId="ADAL" clId="{60D7679F-459B-8743-9F3C-64DAF79235EA}" dt="2021-09-30T06:23:22.512" v="1217" actId="1076"/>
            <ac:spMkLst>
              <pc:docMk/>
              <pc:sldMasterMk cId="2667736428" sldId="2147483648"/>
              <pc:sldLayoutMk cId="2127764118" sldId="2147483668"/>
              <ac:spMk id="6" creationId="{281B7F0C-5992-CE42-B582-55E5755E0745}"/>
            </ac:spMkLst>
          </pc:spChg>
        </pc:sldLayoutChg>
        <pc:sldLayoutChg chg="new del mod">
          <pc:chgData name="林 芷歆" userId="45b96cb2-62ac-45c6-b1a7-2382a1a7c7fe" providerId="ADAL" clId="{60D7679F-459B-8743-9F3C-64DAF79235EA}" dt="2021-09-30T06:23:40.364" v="1221" actId="11236"/>
          <pc:sldLayoutMkLst>
            <pc:docMk/>
            <pc:sldMasterMk cId="2667736428" sldId="2147483648"/>
            <pc:sldLayoutMk cId="3352001930" sldId="2147483669"/>
          </pc:sldLayoutMkLst>
        </pc:sldLayoutChg>
        <pc:sldLayoutChg chg="modSp add mod modTransition">
          <pc:chgData name="林 芷歆" userId="45b96cb2-62ac-45c6-b1a7-2382a1a7c7fe" providerId="ADAL" clId="{60D7679F-459B-8743-9F3C-64DAF79235EA}" dt="2021-09-30T06:23:59.726" v="1228" actId="1076"/>
          <pc:sldLayoutMkLst>
            <pc:docMk/>
            <pc:sldMasterMk cId="2667736428" sldId="2147483648"/>
            <pc:sldLayoutMk cId="3486166052" sldId="2147483669"/>
          </pc:sldLayoutMkLst>
          <pc:spChg chg="mod">
            <ac:chgData name="林 芷歆" userId="45b96cb2-62ac-45c6-b1a7-2382a1a7c7fe" providerId="ADAL" clId="{60D7679F-459B-8743-9F3C-64DAF79235EA}" dt="2021-09-30T06:23:59.726" v="1228" actId="1076"/>
            <ac:spMkLst>
              <pc:docMk/>
              <pc:sldMasterMk cId="2667736428" sldId="2147483648"/>
              <pc:sldLayoutMk cId="3486166052" sldId="2147483669"/>
              <ac:spMk id="5" creationId="{C4EE2E76-2F36-8C4D-9F17-D7AC116FB93C}"/>
            </ac:spMkLst>
          </pc:spChg>
          <pc:spChg chg="mod">
            <ac:chgData name="林 芷歆" userId="45b96cb2-62ac-45c6-b1a7-2382a1a7c7fe" providerId="ADAL" clId="{60D7679F-459B-8743-9F3C-64DAF79235EA}" dt="2021-09-30T06:23:59.726" v="1228" actId="1076"/>
            <ac:spMkLst>
              <pc:docMk/>
              <pc:sldMasterMk cId="2667736428" sldId="2147483648"/>
              <pc:sldLayoutMk cId="3486166052" sldId="2147483669"/>
              <ac:spMk id="6" creationId="{281B7F0C-5992-CE42-B582-55E5755E0745}"/>
            </ac:spMkLst>
          </pc:spChg>
        </pc:sldLayoutChg>
        <pc:sldLayoutChg chg="addSp delSp modSp add mod modTransition">
          <pc:chgData name="林 芷歆" userId="45b96cb2-62ac-45c6-b1a7-2382a1a7c7fe" providerId="ADAL" clId="{60D7679F-459B-8743-9F3C-64DAF79235EA}" dt="2021-09-30T06:27:08.563" v="1292" actId="207"/>
          <pc:sldLayoutMkLst>
            <pc:docMk/>
            <pc:sldMasterMk cId="2667736428" sldId="2147483648"/>
            <pc:sldLayoutMk cId="2914254998" sldId="2147483670"/>
          </pc:sldLayoutMkLst>
          <pc:spChg chg="del">
            <ac:chgData name="林 芷歆" userId="45b96cb2-62ac-45c6-b1a7-2382a1a7c7fe" providerId="ADAL" clId="{60D7679F-459B-8743-9F3C-64DAF79235EA}" dt="2021-09-30T06:24:06.813" v="1230" actId="478"/>
            <ac:spMkLst>
              <pc:docMk/>
              <pc:sldMasterMk cId="2667736428" sldId="2147483648"/>
              <pc:sldLayoutMk cId="2914254998" sldId="2147483670"/>
              <ac:spMk id="2" creationId="{B7333D6C-20EA-A842-BB84-66AD15080713}"/>
            </ac:spMkLst>
          </pc:spChg>
          <pc:spChg chg="add del">
            <ac:chgData name="林 芷歆" userId="45b96cb2-62ac-45c6-b1a7-2382a1a7c7fe" providerId="ADAL" clId="{60D7679F-459B-8743-9F3C-64DAF79235EA}" dt="2021-09-30T06:25:10.402" v="1251" actId="11529"/>
            <ac:spMkLst>
              <pc:docMk/>
              <pc:sldMasterMk cId="2667736428" sldId="2147483648"/>
              <pc:sldLayoutMk cId="2914254998" sldId="2147483670"/>
              <ac:spMk id="3" creationId="{9E012853-21E8-EF4E-AF7A-B142D290D88D}"/>
            </ac:spMkLst>
          </pc:spChg>
          <pc:spChg chg="add mod">
            <ac:chgData name="林 芷歆" userId="45b96cb2-62ac-45c6-b1a7-2382a1a7c7fe" providerId="ADAL" clId="{60D7679F-459B-8743-9F3C-64DAF79235EA}" dt="2021-09-30T06:27:08.563" v="1292" actId="207"/>
            <ac:spMkLst>
              <pc:docMk/>
              <pc:sldMasterMk cId="2667736428" sldId="2147483648"/>
              <pc:sldLayoutMk cId="2914254998" sldId="2147483670"/>
              <ac:spMk id="4" creationId="{8C777949-0D63-B046-B01C-C2F2B621CF3B}"/>
            </ac:spMkLst>
          </pc:spChg>
          <pc:spChg chg="mod">
            <ac:chgData name="林 芷歆" userId="45b96cb2-62ac-45c6-b1a7-2382a1a7c7fe" providerId="ADAL" clId="{60D7679F-459B-8743-9F3C-64DAF79235EA}" dt="2021-09-30T06:24:11.143" v="1232" actId="14100"/>
            <ac:spMkLst>
              <pc:docMk/>
              <pc:sldMasterMk cId="2667736428" sldId="2147483648"/>
              <pc:sldLayoutMk cId="2914254998" sldId="2147483670"/>
              <ac:spMk id="5" creationId="{C4EE2E76-2F36-8C4D-9F17-D7AC116FB93C}"/>
            </ac:spMkLst>
          </pc:spChg>
          <pc:spChg chg="mod">
            <ac:chgData name="林 芷歆" userId="45b96cb2-62ac-45c6-b1a7-2382a1a7c7fe" providerId="ADAL" clId="{60D7679F-459B-8743-9F3C-64DAF79235EA}" dt="2021-09-30T06:24:21.706" v="1236" actId="1076"/>
            <ac:spMkLst>
              <pc:docMk/>
              <pc:sldMasterMk cId="2667736428" sldId="2147483648"/>
              <pc:sldLayoutMk cId="2914254998" sldId="2147483670"/>
              <ac:spMk id="6" creationId="{281B7F0C-5992-CE42-B582-55E5755E0745}"/>
            </ac:spMkLst>
          </pc:spChg>
          <pc:spChg chg="add del mod">
            <ac:chgData name="林 芷歆" userId="45b96cb2-62ac-45c6-b1a7-2382a1a7c7fe" providerId="ADAL" clId="{60D7679F-459B-8743-9F3C-64DAF79235EA}" dt="2021-09-30T06:24:59.842" v="1250" actId="478"/>
            <ac:spMkLst>
              <pc:docMk/>
              <pc:sldMasterMk cId="2667736428" sldId="2147483648"/>
              <pc:sldLayoutMk cId="2914254998" sldId="2147483670"/>
              <ac:spMk id="7" creationId="{3C31D068-8E5D-C346-9321-DF4E06B7DE82}"/>
            </ac:spMkLst>
          </pc:spChg>
        </pc:sldLayoutChg>
        <pc:sldLayoutChg chg="addSp delSp modSp add mod ord modTransition">
          <pc:chgData name="林 芷歆" userId="45b96cb2-62ac-45c6-b1a7-2382a1a7c7fe" providerId="ADAL" clId="{60D7679F-459B-8743-9F3C-64DAF79235EA}" dt="2021-09-30T06:27:19.008" v="1295" actId="1076"/>
          <pc:sldLayoutMkLst>
            <pc:docMk/>
            <pc:sldMasterMk cId="2667736428" sldId="2147483648"/>
            <pc:sldLayoutMk cId="2957444286" sldId="2147483671"/>
          </pc:sldLayoutMkLst>
          <pc:spChg chg="del mod">
            <ac:chgData name="林 芷歆" userId="45b96cb2-62ac-45c6-b1a7-2382a1a7c7fe" providerId="ADAL" clId="{60D7679F-459B-8743-9F3C-64DAF79235EA}" dt="2021-09-30T06:27:15.060" v="1293" actId="478"/>
            <ac:spMkLst>
              <pc:docMk/>
              <pc:sldMasterMk cId="2667736428" sldId="2147483648"/>
              <pc:sldLayoutMk cId="2957444286" sldId="2147483671"/>
              <ac:spMk id="4" creationId="{8C777949-0D63-B046-B01C-C2F2B621CF3B}"/>
            </ac:spMkLst>
          </pc:spChg>
          <pc:spChg chg="mod">
            <ac:chgData name="林 芷歆" userId="45b96cb2-62ac-45c6-b1a7-2382a1a7c7fe" providerId="ADAL" clId="{60D7679F-459B-8743-9F3C-64DAF79235EA}" dt="2021-09-30T06:25:59.829" v="1278" actId="167"/>
            <ac:spMkLst>
              <pc:docMk/>
              <pc:sldMasterMk cId="2667736428" sldId="2147483648"/>
              <pc:sldLayoutMk cId="2957444286" sldId="2147483671"/>
              <ac:spMk id="5" creationId="{C4EE2E76-2F36-8C4D-9F17-D7AC116FB93C}"/>
            </ac:spMkLst>
          </pc:spChg>
          <pc:spChg chg="mod">
            <ac:chgData name="林 芷歆" userId="45b96cb2-62ac-45c6-b1a7-2382a1a7c7fe" providerId="ADAL" clId="{60D7679F-459B-8743-9F3C-64DAF79235EA}" dt="2021-09-30T06:25:46.278" v="1275" actId="1076"/>
            <ac:spMkLst>
              <pc:docMk/>
              <pc:sldMasterMk cId="2667736428" sldId="2147483648"/>
              <pc:sldLayoutMk cId="2957444286" sldId="2147483671"/>
              <ac:spMk id="6" creationId="{281B7F0C-5992-CE42-B582-55E5755E0745}"/>
            </ac:spMkLst>
          </pc:spChg>
          <pc:spChg chg="add mod">
            <ac:chgData name="林 芷歆" userId="45b96cb2-62ac-45c6-b1a7-2382a1a7c7fe" providerId="ADAL" clId="{60D7679F-459B-8743-9F3C-64DAF79235EA}" dt="2021-09-30T06:27:19.008" v="1295" actId="1076"/>
            <ac:spMkLst>
              <pc:docMk/>
              <pc:sldMasterMk cId="2667736428" sldId="2147483648"/>
              <pc:sldLayoutMk cId="2957444286" sldId="2147483671"/>
              <ac:spMk id="7" creationId="{93514751-F713-8847-B1BA-BEC94C88BA54}"/>
            </ac:spMkLst>
          </pc:spChg>
        </pc:sldLayoutChg>
      </pc:sldMasterChg>
      <pc:sldMasterChg chg="new del mod addSldLayout delSldLayout">
        <pc:chgData name="林 芷歆" userId="45b96cb2-62ac-45c6-b1a7-2382a1a7c7fe" providerId="ADAL" clId="{60D7679F-459B-8743-9F3C-64DAF79235EA}" dt="2021-09-24T10:15:46.050" v="378" actId="6938"/>
        <pc:sldMasterMkLst>
          <pc:docMk/>
          <pc:sldMasterMk cId="1850615743" sldId="2147483665"/>
        </pc:sldMasterMkLst>
        <pc:sldLayoutChg chg="new del replId">
          <pc:chgData name="林 芷歆" userId="45b96cb2-62ac-45c6-b1a7-2382a1a7c7fe" providerId="ADAL" clId="{60D7679F-459B-8743-9F3C-64DAF79235EA}" dt="2021-09-24T10:15:46.050" v="378" actId="6938"/>
          <pc:sldLayoutMkLst>
            <pc:docMk/>
            <pc:sldMasterMk cId="1850615743" sldId="2147483665"/>
            <pc:sldLayoutMk cId="1186592267" sldId="2147483666"/>
          </pc:sldLayoutMkLst>
        </pc:sldLayoutChg>
        <pc:sldLayoutChg chg="new del replId">
          <pc:chgData name="林 芷歆" userId="45b96cb2-62ac-45c6-b1a7-2382a1a7c7fe" providerId="ADAL" clId="{60D7679F-459B-8743-9F3C-64DAF79235EA}" dt="2021-09-24T10:15:46.050" v="378" actId="6938"/>
          <pc:sldLayoutMkLst>
            <pc:docMk/>
            <pc:sldMasterMk cId="1850615743" sldId="2147483665"/>
            <pc:sldLayoutMk cId="493302308" sldId="2147483667"/>
          </pc:sldLayoutMkLst>
        </pc:sldLayoutChg>
        <pc:sldLayoutChg chg="new del replId">
          <pc:chgData name="林 芷歆" userId="45b96cb2-62ac-45c6-b1a7-2382a1a7c7fe" providerId="ADAL" clId="{60D7679F-459B-8743-9F3C-64DAF79235EA}" dt="2021-09-24T10:15:46.050" v="378" actId="6938"/>
          <pc:sldLayoutMkLst>
            <pc:docMk/>
            <pc:sldMasterMk cId="1850615743" sldId="2147483665"/>
            <pc:sldLayoutMk cId="1059369388" sldId="2147483668"/>
          </pc:sldLayoutMkLst>
        </pc:sldLayoutChg>
        <pc:sldLayoutChg chg="new del replId">
          <pc:chgData name="林 芷歆" userId="45b96cb2-62ac-45c6-b1a7-2382a1a7c7fe" providerId="ADAL" clId="{60D7679F-459B-8743-9F3C-64DAF79235EA}" dt="2021-09-24T10:15:46.050" v="378" actId="6938"/>
          <pc:sldLayoutMkLst>
            <pc:docMk/>
            <pc:sldMasterMk cId="1850615743" sldId="2147483665"/>
            <pc:sldLayoutMk cId="794312372" sldId="2147483669"/>
          </pc:sldLayoutMkLst>
        </pc:sldLayoutChg>
        <pc:sldLayoutChg chg="new del replId">
          <pc:chgData name="林 芷歆" userId="45b96cb2-62ac-45c6-b1a7-2382a1a7c7fe" providerId="ADAL" clId="{60D7679F-459B-8743-9F3C-64DAF79235EA}" dt="2021-09-24T10:15:46.050" v="378" actId="6938"/>
          <pc:sldLayoutMkLst>
            <pc:docMk/>
            <pc:sldMasterMk cId="1850615743" sldId="2147483665"/>
            <pc:sldLayoutMk cId="931615653" sldId="2147483670"/>
          </pc:sldLayoutMkLst>
        </pc:sldLayoutChg>
        <pc:sldLayoutChg chg="new del replId">
          <pc:chgData name="林 芷歆" userId="45b96cb2-62ac-45c6-b1a7-2382a1a7c7fe" providerId="ADAL" clId="{60D7679F-459B-8743-9F3C-64DAF79235EA}" dt="2021-09-24T10:15:46.050" v="378" actId="6938"/>
          <pc:sldLayoutMkLst>
            <pc:docMk/>
            <pc:sldMasterMk cId="1850615743" sldId="2147483665"/>
            <pc:sldLayoutMk cId="458692576" sldId="2147483671"/>
          </pc:sldLayoutMkLst>
        </pc:sldLayoutChg>
        <pc:sldLayoutChg chg="new del replId">
          <pc:chgData name="林 芷歆" userId="45b96cb2-62ac-45c6-b1a7-2382a1a7c7fe" providerId="ADAL" clId="{60D7679F-459B-8743-9F3C-64DAF79235EA}" dt="2021-09-24T10:15:46.050" v="378" actId="6938"/>
          <pc:sldLayoutMkLst>
            <pc:docMk/>
            <pc:sldMasterMk cId="1850615743" sldId="2147483665"/>
            <pc:sldLayoutMk cId="3281888143" sldId="2147483672"/>
          </pc:sldLayoutMkLst>
        </pc:sldLayoutChg>
        <pc:sldLayoutChg chg="new del replId">
          <pc:chgData name="林 芷歆" userId="45b96cb2-62ac-45c6-b1a7-2382a1a7c7fe" providerId="ADAL" clId="{60D7679F-459B-8743-9F3C-64DAF79235EA}" dt="2021-09-24T10:15:46.050" v="378" actId="6938"/>
          <pc:sldLayoutMkLst>
            <pc:docMk/>
            <pc:sldMasterMk cId="1850615743" sldId="2147483665"/>
            <pc:sldLayoutMk cId="585244839" sldId="2147483673"/>
          </pc:sldLayoutMkLst>
        </pc:sldLayoutChg>
        <pc:sldLayoutChg chg="new del replId">
          <pc:chgData name="林 芷歆" userId="45b96cb2-62ac-45c6-b1a7-2382a1a7c7fe" providerId="ADAL" clId="{60D7679F-459B-8743-9F3C-64DAF79235EA}" dt="2021-09-24T10:15:46.050" v="378" actId="6938"/>
          <pc:sldLayoutMkLst>
            <pc:docMk/>
            <pc:sldMasterMk cId="1850615743" sldId="2147483665"/>
            <pc:sldLayoutMk cId="131519882" sldId="2147483674"/>
          </pc:sldLayoutMkLst>
        </pc:sldLayoutChg>
        <pc:sldLayoutChg chg="new del replId">
          <pc:chgData name="林 芷歆" userId="45b96cb2-62ac-45c6-b1a7-2382a1a7c7fe" providerId="ADAL" clId="{60D7679F-459B-8743-9F3C-64DAF79235EA}" dt="2021-09-24T10:15:46.050" v="378" actId="6938"/>
          <pc:sldLayoutMkLst>
            <pc:docMk/>
            <pc:sldMasterMk cId="1850615743" sldId="2147483665"/>
            <pc:sldLayoutMk cId="2106541870" sldId="2147483675"/>
          </pc:sldLayoutMkLst>
        </pc:sldLayoutChg>
        <pc:sldLayoutChg chg="new del replId">
          <pc:chgData name="林 芷歆" userId="45b96cb2-62ac-45c6-b1a7-2382a1a7c7fe" providerId="ADAL" clId="{60D7679F-459B-8743-9F3C-64DAF79235EA}" dt="2021-09-24T10:15:46.050" v="378" actId="6938"/>
          <pc:sldLayoutMkLst>
            <pc:docMk/>
            <pc:sldMasterMk cId="1850615743" sldId="2147483665"/>
            <pc:sldLayoutMk cId="1355354081" sldId="2147483676"/>
          </pc:sldLayoutMkLst>
        </pc:sldLayoutChg>
      </pc:sldMasterChg>
      <pc:sldMasterChg chg="new del mod addSldLayout delSldLayout">
        <pc:chgData name="林 芷歆" userId="45b96cb2-62ac-45c6-b1a7-2382a1a7c7fe" providerId="ADAL" clId="{60D7679F-459B-8743-9F3C-64DAF79235EA}" dt="2021-09-30T06:23:44.050" v="1223" actId="6938"/>
        <pc:sldMasterMkLst>
          <pc:docMk/>
          <pc:sldMasterMk cId="1836863690" sldId="2147483669"/>
        </pc:sldMasterMkLst>
        <pc:sldLayoutChg chg="new del replId">
          <pc:chgData name="林 芷歆" userId="45b96cb2-62ac-45c6-b1a7-2382a1a7c7fe" providerId="ADAL" clId="{60D7679F-459B-8743-9F3C-64DAF79235EA}" dt="2021-09-30T06:23:44.050" v="1223" actId="6938"/>
          <pc:sldLayoutMkLst>
            <pc:docMk/>
            <pc:sldMasterMk cId="1836863690" sldId="2147483669"/>
            <pc:sldLayoutMk cId="3799504810" sldId="2147483670"/>
          </pc:sldLayoutMkLst>
        </pc:sldLayoutChg>
        <pc:sldLayoutChg chg="new del replId">
          <pc:chgData name="林 芷歆" userId="45b96cb2-62ac-45c6-b1a7-2382a1a7c7fe" providerId="ADAL" clId="{60D7679F-459B-8743-9F3C-64DAF79235EA}" dt="2021-09-30T06:23:44.050" v="1223" actId="6938"/>
          <pc:sldLayoutMkLst>
            <pc:docMk/>
            <pc:sldMasterMk cId="1836863690" sldId="2147483669"/>
            <pc:sldLayoutMk cId="876781960" sldId="2147483671"/>
          </pc:sldLayoutMkLst>
        </pc:sldLayoutChg>
        <pc:sldLayoutChg chg="new del replId">
          <pc:chgData name="林 芷歆" userId="45b96cb2-62ac-45c6-b1a7-2382a1a7c7fe" providerId="ADAL" clId="{60D7679F-459B-8743-9F3C-64DAF79235EA}" dt="2021-09-30T06:23:44.050" v="1223" actId="6938"/>
          <pc:sldLayoutMkLst>
            <pc:docMk/>
            <pc:sldMasterMk cId="1836863690" sldId="2147483669"/>
            <pc:sldLayoutMk cId="1871131754" sldId="2147483672"/>
          </pc:sldLayoutMkLst>
        </pc:sldLayoutChg>
        <pc:sldLayoutChg chg="new del replId">
          <pc:chgData name="林 芷歆" userId="45b96cb2-62ac-45c6-b1a7-2382a1a7c7fe" providerId="ADAL" clId="{60D7679F-459B-8743-9F3C-64DAF79235EA}" dt="2021-09-30T06:23:44.050" v="1223" actId="6938"/>
          <pc:sldLayoutMkLst>
            <pc:docMk/>
            <pc:sldMasterMk cId="1836863690" sldId="2147483669"/>
            <pc:sldLayoutMk cId="198419063" sldId="2147483673"/>
          </pc:sldLayoutMkLst>
        </pc:sldLayoutChg>
        <pc:sldLayoutChg chg="new del replId">
          <pc:chgData name="林 芷歆" userId="45b96cb2-62ac-45c6-b1a7-2382a1a7c7fe" providerId="ADAL" clId="{60D7679F-459B-8743-9F3C-64DAF79235EA}" dt="2021-09-30T06:23:44.050" v="1223" actId="6938"/>
          <pc:sldLayoutMkLst>
            <pc:docMk/>
            <pc:sldMasterMk cId="1836863690" sldId="2147483669"/>
            <pc:sldLayoutMk cId="4077577738" sldId="2147483674"/>
          </pc:sldLayoutMkLst>
        </pc:sldLayoutChg>
        <pc:sldLayoutChg chg="new del replId">
          <pc:chgData name="林 芷歆" userId="45b96cb2-62ac-45c6-b1a7-2382a1a7c7fe" providerId="ADAL" clId="{60D7679F-459B-8743-9F3C-64DAF79235EA}" dt="2021-09-30T06:23:44.050" v="1223" actId="6938"/>
          <pc:sldLayoutMkLst>
            <pc:docMk/>
            <pc:sldMasterMk cId="1836863690" sldId="2147483669"/>
            <pc:sldLayoutMk cId="2365583027" sldId="2147483675"/>
          </pc:sldLayoutMkLst>
        </pc:sldLayoutChg>
        <pc:sldLayoutChg chg="new del replId">
          <pc:chgData name="林 芷歆" userId="45b96cb2-62ac-45c6-b1a7-2382a1a7c7fe" providerId="ADAL" clId="{60D7679F-459B-8743-9F3C-64DAF79235EA}" dt="2021-09-30T06:23:44.050" v="1223" actId="6938"/>
          <pc:sldLayoutMkLst>
            <pc:docMk/>
            <pc:sldMasterMk cId="1836863690" sldId="2147483669"/>
            <pc:sldLayoutMk cId="3798624419" sldId="2147483676"/>
          </pc:sldLayoutMkLst>
        </pc:sldLayoutChg>
        <pc:sldLayoutChg chg="new del replId">
          <pc:chgData name="林 芷歆" userId="45b96cb2-62ac-45c6-b1a7-2382a1a7c7fe" providerId="ADAL" clId="{60D7679F-459B-8743-9F3C-64DAF79235EA}" dt="2021-09-30T06:23:44.050" v="1223" actId="6938"/>
          <pc:sldLayoutMkLst>
            <pc:docMk/>
            <pc:sldMasterMk cId="1836863690" sldId="2147483669"/>
            <pc:sldLayoutMk cId="444735873" sldId="2147483677"/>
          </pc:sldLayoutMkLst>
        </pc:sldLayoutChg>
        <pc:sldLayoutChg chg="new del replId">
          <pc:chgData name="林 芷歆" userId="45b96cb2-62ac-45c6-b1a7-2382a1a7c7fe" providerId="ADAL" clId="{60D7679F-459B-8743-9F3C-64DAF79235EA}" dt="2021-09-30T06:23:44.050" v="1223" actId="6938"/>
          <pc:sldLayoutMkLst>
            <pc:docMk/>
            <pc:sldMasterMk cId="1836863690" sldId="2147483669"/>
            <pc:sldLayoutMk cId="3106098760" sldId="2147483678"/>
          </pc:sldLayoutMkLst>
        </pc:sldLayoutChg>
        <pc:sldLayoutChg chg="new del replId">
          <pc:chgData name="林 芷歆" userId="45b96cb2-62ac-45c6-b1a7-2382a1a7c7fe" providerId="ADAL" clId="{60D7679F-459B-8743-9F3C-64DAF79235EA}" dt="2021-09-30T06:23:44.050" v="1223" actId="6938"/>
          <pc:sldLayoutMkLst>
            <pc:docMk/>
            <pc:sldMasterMk cId="1836863690" sldId="2147483669"/>
            <pc:sldLayoutMk cId="177825726" sldId="2147483679"/>
          </pc:sldLayoutMkLst>
        </pc:sldLayoutChg>
        <pc:sldLayoutChg chg="new del replId">
          <pc:chgData name="林 芷歆" userId="45b96cb2-62ac-45c6-b1a7-2382a1a7c7fe" providerId="ADAL" clId="{60D7679F-459B-8743-9F3C-64DAF79235EA}" dt="2021-09-30T06:23:44.050" v="1223" actId="6938"/>
          <pc:sldLayoutMkLst>
            <pc:docMk/>
            <pc:sldMasterMk cId="1836863690" sldId="2147483669"/>
            <pc:sldLayoutMk cId="487072044" sldId="2147483680"/>
          </pc:sldLayoutMkLst>
        </pc:sldLayoutChg>
      </pc:sldMasterChg>
    </pc:docChg>
  </pc:docChgLst>
  <pc:docChgLst>
    <pc:chgData name="林 芷歆" userId="45b96cb2-62ac-45c6-b1a7-2382a1a7c7fe" providerId="ADAL" clId="{001DBCA2-68C5-4730-84F0-9509E9BBE04B}"/>
    <pc:docChg chg="undo redo custSel addSld delSld modSld modMainMaster">
      <pc:chgData name="林 芷歆" userId="45b96cb2-62ac-45c6-b1a7-2382a1a7c7fe" providerId="ADAL" clId="{001DBCA2-68C5-4730-84F0-9509E9BBE04B}" dt="2021-09-13T10:13:53.132" v="2105" actId="1076"/>
      <pc:docMkLst>
        <pc:docMk/>
      </pc:docMkLst>
      <pc:sldChg chg="addSp delSp modSp mod modClrScheme chgLayout">
        <pc:chgData name="林 芷歆" userId="45b96cb2-62ac-45c6-b1a7-2382a1a7c7fe" providerId="ADAL" clId="{001DBCA2-68C5-4730-84F0-9509E9BBE04B}" dt="2021-09-13T10:11:33.277" v="2072" actId="255"/>
        <pc:sldMkLst>
          <pc:docMk/>
          <pc:sldMk cId="1164343935" sldId="269"/>
        </pc:sldMkLst>
        <pc:spChg chg="mod ord">
          <ac:chgData name="林 芷歆" userId="45b96cb2-62ac-45c6-b1a7-2382a1a7c7fe" providerId="ADAL" clId="{001DBCA2-68C5-4730-84F0-9509E9BBE04B}" dt="2021-09-13T10:11:33.277" v="2072" actId="255"/>
          <ac:spMkLst>
            <pc:docMk/>
            <pc:sldMk cId="1164343935" sldId="269"/>
            <ac:spMk id="2" creationId="{8E3D3A89-A883-43C9-85F7-5EAEA1409B54}"/>
          </ac:spMkLst>
        </pc:spChg>
        <pc:spChg chg="add mod ord">
          <ac:chgData name="林 芷歆" userId="45b96cb2-62ac-45c6-b1a7-2382a1a7c7fe" providerId="ADAL" clId="{001DBCA2-68C5-4730-84F0-9509E9BBE04B}" dt="2021-09-13T10:02:14.923" v="2034" actId="1076"/>
          <ac:spMkLst>
            <pc:docMk/>
            <pc:sldMk cId="1164343935" sldId="269"/>
            <ac:spMk id="3" creationId="{33549DB9-3F09-4F9E-B3F8-F0F4B97A406A}"/>
          </ac:spMkLst>
        </pc:spChg>
        <pc:spChg chg="add del mod ord">
          <ac:chgData name="林 芷歆" userId="45b96cb2-62ac-45c6-b1a7-2382a1a7c7fe" providerId="ADAL" clId="{001DBCA2-68C5-4730-84F0-9509E9BBE04B}" dt="2021-09-13T02:46:11.206" v="292" actId="700"/>
          <ac:spMkLst>
            <pc:docMk/>
            <pc:sldMk cId="1164343935" sldId="269"/>
            <ac:spMk id="3" creationId="{BF33958C-DCEC-4A9B-A2FE-87A77D5B8AD4}"/>
          </ac:spMkLst>
        </pc:spChg>
        <pc:spChg chg="mod ord">
          <ac:chgData name="林 芷歆" userId="45b96cb2-62ac-45c6-b1a7-2382a1a7c7fe" providerId="ADAL" clId="{001DBCA2-68C5-4730-84F0-9509E9BBE04B}" dt="2021-09-13T04:23:34.674" v="1279" actId="2711"/>
          <ac:spMkLst>
            <pc:docMk/>
            <pc:sldMk cId="1164343935" sldId="269"/>
            <ac:spMk id="4" creationId="{22DAC46B-AB80-413B-957F-72155885EDCD}"/>
          </ac:spMkLst>
        </pc:spChg>
        <pc:spChg chg="add del mod">
          <ac:chgData name="林 芷歆" userId="45b96cb2-62ac-45c6-b1a7-2382a1a7c7fe" providerId="ADAL" clId="{001DBCA2-68C5-4730-84F0-9509E9BBE04B}" dt="2021-09-13T07:09:07.898" v="1582" actId="478"/>
          <ac:spMkLst>
            <pc:docMk/>
            <pc:sldMk cId="1164343935" sldId="269"/>
            <ac:spMk id="12" creationId="{4A2899EB-DBE0-47CE-BD1B-00C5BE50D3C6}"/>
          </ac:spMkLst>
        </pc:spChg>
        <pc:spChg chg="add mod">
          <ac:chgData name="林 芷歆" userId="45b96cb2-62ac-45c6-b1a7-2382a1a7c7fe" providerId="ADAL" clId="{001DBCA2-68C5-4730-84F0-9509E9BBE04B}" dt="2021-09-13T10:02:07.002" v="2032" actId="255"/>
          <ac:spMkLst>
            <pc:docMk/>
            <pc:sldMk cId="1164343935" sldId="269"/>
            <ac:spMk id="13" creationId="{17AAC8E4-AA5D-403B-BFFF-DDF4F166BDB6}"/>
          </ac:spMkLst>
        </pc:spChg>
        <pc:spChg chg="mod">
          <ac:chgData name="林 芷歆" userId="45b96cb2-62ac-45c6-b1a7-2382a1a7c7fe" providerId="ADAL" clId="{001DBCA2-68C5-4730-84F0-9509E9BBE04B}" dt="2021-09-13T10:02:21.094" v="2035" actId="255"/>
          <ac:spMkLst>
            <pc:docMk/>
            <pc:sldMk cId="1164343935" sldId="269"/>
            <ac:spMk id="14" creationId="{C36305FA-F1EC-4697-B21B-8700DFE1017E}"/>
          </ac:spMkLst>
        </pc:spChg>
        <pc:spChg chg="mod">
          <ac:chgData name="林 芷歆" userId="45b96cb2-62ac-45c6-b1a7-2382a1a7c7fe" providerId="ADAL" clId="{001DBCA2-68C5-4730-84F0-9509E9BBE04B}" dt="2021-09-13T10:02:03.378" v="2031" actId="1076"/>
          <ac:spMkLst>
            <pc:docMk/>
            <pc:sldMk cId="1164343935" sldId="269"/>
            <ac:spMk id="274" creationId="{DA5E6FCC-8D0E-4296-A60C-2E3AB500AE98}"/>
          </ac:spMkLst>
        </pc:spChg>
        <pc:spChg chg="mod">
          <ac:chgData name="林 芷歆" userId="45b96cb2-62ac-45c6-b1a7-2382a1a7c7fe" providerId="ADAL" clId="{001DBCA2-68C5-4730-84F0-9509E9BBE04B}" dt="2021-09-13T10:02:07.002" v="2032" actId="255"/>
          <ac:spMkLst>
            <pc:docMk/>
            <pc:sldMk cId="1164343935" sldId="269"/>
            <ac:spMk id="429" creationId="{1BE6008A-70C6-4D40-8D9D-340522ACA9B0}"/>
          </ac:spMkLst>
        </pc:spChg>
        <pc:picChg chg="mod">
          <ac:chgData name="林 芷歆" userId="45b96cb2-62ac-45c6-b1a7-2382a1a7c7fe" providerId="ADAL" clId="{001DBCA2-68C5-4730-84F0-9509E9BBE04B}" dt="2021-09-13T02:32:20.477" v="122" actId="1076"/>
          <ac:picMkLst>
            <pc:docMk/>
            <pc:sldMk cId="1164343935" sldId="269"/>
            <ac:picMk id="5" creationId="{38DF9303-3BDA-46D5-A34F-4AD07B0D87A9}"/>
          </ac:picMkLst>
        </pc:picChg>
        <pc:picChg chg="mod">
          <ac:chgData name="林 芷歆" userId="45b96cb2-62ac-45c6-b1a7-2382a1a7c7fe" providerId="ADAL" clId="{001DBCA2-68C5-4730-84F0-9509E9BBE04B}" dt="2021-09-13T02:32:20.477" v="122" actId="1076"/>
          <ac:picMkLst>
            <pc:docMk/>
            <pc:sldMk cId="1164343935" sldId="269"/>
            <ac:picMk id="7" creationId="{A713BA5E-B59D-4DD5-A86F-4617C2F8C553}"/>
          </ac:picMkLst>
        </pc:picChg>
        <pc:picChg chg="mod">
          <ac:chgData name="林 芷歆" userId="45b96cb2-62ac-45c6-b1a7-2382a1a7c7fe" providerId="ADAL" clId="{001DBCA2-68C5-4730-84F0-9509E9BBE04B}" dt="2021-09-13T04:27:34.299" v="1289" actId="1076"/>
          <ac:picMkLst>
            <pc:docMk/>
            <pc:sldMk cId="1164343935" sldId="269"/>
            <ac:picMk id="8" creationId="{4031B702-3E03-4DE3-9062-76392A4E6B26}"/>
          </ac:picMkLst>
        </pc:picChg>
        <pc:picChg chg="mod">
          <ac:chgData name="林 芷歆" userId="45b96cb2-62ac-45c6-b1a7-2382a1a7c7fe" providerId="ADAL" clId="{001DBCA2-68C5-4730-84F0-9509E9BBE04B}" dt="2021-09-13T02:32:20.477" v="122" actId="1076"/>
          <ac:picMkLst>
            <pc:docMk/>
            <pc:sldMk cId="1164343935" sldId="269"/>
            <ac:picMk id="20" creationId="{96BE199B-74C3-40B6-853D-B958A95BFE7B}"/>
          </ac:picMkLst>
        </pc:picChg>
        <pc:cxnChg chg="mod">
          <ac:chgData name="林 芷歆" userId="45b96cb2-62ac-45c6-b1a7-2382a1a7c7fe" providerId="ADAL" clId="{001DBCA2-68C5-4730-84F0-9509E9BBE04B}" dt="2021-09-13T04:27:40.885" v="1292" actId="1076"/>
          <ac:cxnSpMkLst>
            <pc:docMk/>
            <pc:sldMk cId="1164343935" sldId="269"/>
            <ac:cxnSpMk id="10" creationId="{4B4B7C70-6528-404B-A035-979FD41B6931}"/>
          </ac:cxnSpMkLst>
        </pc:cxnChg>
      </pc:sldChg>
      <pc:sldChg chg="addSp delSp modSp mod">
        <pc:chgData name="林 芷歆" userId="45b96cb2-62ac-45c6-b1a7-2382a1a7c7fe" providerId="ADAL" clId="{001DBCA2-68C5-4730-84F0-9509E9BBE04B}" dt="2021-09-13T10:13:53.132" v="2105" actId="1076"/>
        <pc:sldMkLst>
          <pc:docMk/>
          <pc:sldMk cId="2327037058" sldId="488"/>
        </pc:sldMkLst>
        <pc:spChg chg="del mod">
          <ac:chgData name="林 芷歆" userId="45b96cb2-62ac-45c6-b1a7-2382a1a7c7fe" providerId="ADAL" clId="{001DBCA2-68C5-4730-84F0-9509E9BBE04B}" dt="2021-09-13T04:04:22.677" v="1085" actId="478"/>
          <ac:spMkLst>
            <pc:docMk/>
            <pc:sldMk cId="2327037058" sldId="488"/>
            <ac:spMk id="5" creationId="{474B920C-606E-4AB7-8CDB-5C56C1FD2A01}"/>
          </ac:spMkLst>
        </pc:spChg>
        <pc:spChg chg="del mod">
          <ac:chgData name="林 芷歆" userId="45b96cb2-62ac-45c6-b1a7-2382a1a7c7fe" providerId="ADAL" clId="{001DBCA2-68C5-4730-84F0-9509E9BBE04B}" dt="2021-09-13T03:42:48.660" v="820" actId="478"/>
          <ac:spMkLst>
            <pc:docMk/>
            <pc:sldMk cId="2327037058" sldId="488"/>
            <ac:spMk id="8" creationId="{8B724B40-AA73-420F-B3B5-964E2AA84942}"/>
          </ac:spMkLst>
        </pc:spChg>
        <pc:spChg chg="mod">
          <ac:chgData name="林 芷歆" userId="45b96cb2-62ac-45c6-b1a7-2382a1a7c7fe" providerId="ADAL" clId="{001DBCA2-68C5-4730-84F0-9509E9BBE04B}" dt="2021-09-13T07:15:38.225" v="1621" actId="2711"/>
          <ac:spMkLst>
            <pc:docMk/>
            <pc:sldMk cId="2327037058" sldId="488"/>
            <ac:spMk id="9" creationId="{10230ED7-D9BE-4CED-8E6D-328F12785D59}"/>
          </ac:spMkLst>
        </pc:spChg>
        <pc:spChg chg="add mod">
          <ac:chgData name="林 芷歆" userId="45b96cb2-62ac-45c6-b1a7-2382a1a7c7fe" providerId="ADAL" clId="{001DBCA2-68C5-4730-84F0-9509E9BBE04B}" dt="2021-09-13T10:13:53.132" v="2105" actId="1076"/>
          <ac:spMkLst>
            <pc:docMk/>
            <pc:sldMk cId="2327037058" sldId="488"/>
            <ac:spMk id="10" creationId="{2941AC0C-7D65-4CA9-9BF0-396DA5418AF0}"/>
          </ac:spMkLst>
        </pc:spChg>
        <pc:picChg chg="mod">
          <ac:chgData name="林 芷歆" userId="45b96cb2-62ac-45c6-b1a7-2382a1a7c7fe" providerId="ADAL" clId="{001DBCA2-68C5-4730-84F0-9509E9BBE04B}" dt="2021-09-13T03:42:51.497" v="822" actId="1076"/>
          <ac:picMkLst>
            <pc:docMk/>
            <pc:sldMk cId="2327037058" sldId="488"/>
            <ac:picMk id="4" creationId="{7B5A8873-62E4-4C13-81FB-AD859D1E1F65}"/>
          </ac:picMkLst>
        </pc:picChg>
      </pc:sldChg>
      <pc:sldChg chg="addSp delSp modSp mod modTransition modClrScheme chgLayout">
        <pc:chgData name="林 芷歆" userId="45b96cb2-62ac-45c6-b1a7-2382a1a7c7fe" providerId="ADAL" clId="{001DBCA2-68C5-4730-84F0-9509E9BBE04B}" dt="2021-09-13T10:10:28.573" v="2055" actId="255"/>
        <pc:sldMkLst>
          <pc:docMk/>
          <pc:sldMk cId="3823545188" sldId="515"/>
        </pc:sldMkLst>
        <pc:spChg chg="add del mod ord">
          <ac:chgData name="林 芷歆" userId="45b96cb2-62ac-45c6-b1a7-2382a1a7c7fe" providerId="ADAL" clId="{001DBCA2-68C5-4730-84F0-9509E9BBE04B}" dt="2021-09-13T02:45:52.592" v="288" actId="478"/>
          <ac:spMkLst>
            <pc:docMk/>
            <pc:sldMk cId="3823545188" sldId="515"/>
            <ac:spMk id="2" creationId="{A5C6D07F-D4CA-42AA-8BB5-66082A0FC805}"/>
          </ac:spMkLst>
        </pc:spChg>
        <pc:spChg chg="mod">
          <ac:chgData name="林 芷歆" userId="45b96cb2-62ac-45c6-b1a7-2382a1a7c7fe" providerId="ADAL" clId="{001DBCA2-68C5-4730-84F0-9509E9BBE04B}" dt="2021-09-13T09:40:31.547" v="1832" actId="255"/>
          <ac:spMkLst>
            <pc:docMk/>
            <pc:sldMk cId="3823545188" sldId="515"/>
            <ac:spMk id="8" creationId="{1BF86664-F009-451F-AB57-A1D20ED84D02}"/>
          </ac:spMkLst>
        </pc:spChg>
        <pc:spChg chg="mod">
          <ac:chgData name="林 芷歆" userId="45b96cb2-62ac-45c6-b1a7-2382a1a7c7fe" providerId="ADAL" clId="{001DBCA2-68C5-4730-84F0-9509E9BBE04B}" dt="2021-09-13T09:40:31.547" v="1832" actId="255"/>
          <ac:spMkLst>
            <pc:docMk/>
            <pc:sldMk cId="3823545188" sldId="515"/>
            <ac:spMk id="9" creationId="{8EF61076-AAF9-4AFE-9037-80A26E38C7F8}"/>
          </ac:spMkLst>
        </pc:spChg>
        <pc:spChg chg="mod">
          <ac:chgData name="林 芷歆" userId="45b96cb2-62ac-45c6-b1a7-2382a1a7c7fe" providerId="ADAL" clId="{001DBCA2-68C5-4730-84F0-9509E9BBE04B}" dt="2021-09-13T09:40:31.547" v="1832" actId="255"/>
          <ac:spMkLst>
            <pc:docMk/>
            <pc:sldMk cId="3823545188" sldId="515"/>
            <ac:spMk id="10" creationId="{30BCFDFB-80B2-4CA4-B880-8D4AA198765A}"/>
          </ac:spMkLst>
        </pc:spChg>
        <pc:spChg chg="mod">
          <ac:chgData name="林 芷歆" userId="45b96cb2-62ac-45c6-b1a7-2382a1a7c7fe" providerId="ADAL" clId="{001DBCA2-68C5-4730-84F0-9509E9BBE04B}" dt="2021-09-13T09:40:31.547" v="1832" actId="255"/>
          <ac:spMkLst>
            <pc:docMk/>
            <pc:sldMk cId="3823545188" sldId="515"/>
            <ac:spMk id="11" creationId="{27101A40-8836-483C-A98C-51EFCCBB4E6F}"/>
          </ac:spMkLst>
        </pc:spChg>
        <pc:spChg chg="mod">
          <ac:chgData name="林 芷歆" userId="45b96cb2-62ac-45c6-b1a7-2382a1a7c7fe" providerId="ADAL" clId="{001DBCA2-68C5-4730-84F0-9509E9BBE04B}" dt="2021-09-13T09:40:31.547" v="1832" actId="255"/>
          <ac:spMkLst>
            <pc:docMk/>
            <pc:sldMk cId="3823545188" sldId="515"/>
            <ac:spMk id="17" creationId="{375E01FF-C025-4729-BAD5-8DA222047AD2}"/>
          </ac:spMkLst>
        </pc:spChg>
        <pc:spChg chg="mod">
          <ac:chgData name="林 芷歆" userId="45b96cb2-62ac-45c6-b1a7-2382a1a7c7fe" providerId="ADAL" clId="{001DBCA2-68C5-4730-84F0-9509E9BBE04B}" dt="2021-09-13T09:40:31.547" v="1832" actId="255"/>
          <ac:spMkLst>
            <pc:docMk/>
            <pc:sldMk cId="3823545188" sldId="515"/>
            <ac:spMk id="18" creationId="{38DBA80E-5FFC-4549-88F2-111FB478CE1A}"/>
          </ac:spMkLst>
        </pc:spChg>
        <pc:spChg chg="add del mod">
          <ac:chgData name="林 芷歆" userId="45b96cb2-62ac-45c6-b1a7-2382a1a7c7fe" providerId="ADAL" clId="{001DBCA2-68C5-4730-84F0-9509E9BBE04B}" dt="2021-09-13T02:45:40.959" v="286"/>
          <ac:spMkLst>
            <pc:docMk/>
            <pc:sldMk cId="3823545188" sldId="515"/>
            <ac:spMk id="23" creationId="{9F6270A9-C51A-48B4-B087-2F4B54A55AE7}"/>
          </ac:spMkLst>
        </pc:spChg>
        <pc:spChg chg="add mod">
          <ac:chgData name="林 芷歆" userId="45b96cb2-62ac-45c6-b1a7-2382a1a7c7fe" providerId="ADAL" clId="{001DBCA2-68C5-4730-84F0-9509E9BBE04B}" dt="2021-09-13T02:45:54.273" v="289"/>
          <ac:spMkLst>
            <pc:docMk/>
            <pc:sldMk cId="3823545188" sldId="515"/>
            <ac:spMk id="25" creationId="{D93D6DB9-B78A-437D-BAD4-A7AF6877DC83}"/>
          </ac:spMkLst>
        </pc:spChg>
        <pc:spChg chg="mod">
          <ac:chgData name="林 芷歆" userId="45b96cb2-62ac-45c6-b1a7-2382a1a7c7fe" providerId="ADAL" clId="{001DBCA2-68C5-4730-84F0-9509E9BBE04B}" dt="2021-09-13T09:58:46.542" v="2003" actId="1076"/>
          <ac:spMkLst>
            <pc:docMk/>
            <pc:sldMk cId="3823545188" sldId="515"/>
            <ac:spMk id="48" creationId="{003D7161-28C1-49F9-A001-4B8A313F4E10}"/>
          </ac:spMkLst>
        </pc:spChg>
        <pc:spChg chg="mod">
          <ac:chgData name="林 芷歆" userId="45b96cb2-62ac-45c6-b1a7-2382a1a7c7fe" providerId="ADAL" clId="{001DBCA2-68C5-4730-84F0-9509E9BBE04B}" dt="2021-09-13T09:58:46.542" v="2003" actId="1076"/>
          <ac:spMkLst>
            <pc:docMk/>
            <pc:sldMk cId="3823545188" sldId="515"/>
            <ac:spMk id="49" creationId="{ED1370E9-63A4-4613-987F-2AEEA9628AB4}"/>
          </ac:spMkLst>
        </pc:spChg>
        <pc:spChg chg="mod">
          <ac:chgData name="林 芷歆" userId="45b96cb2-62ac-45c6-b1a7-2382a1a7c7fe" providerId="ADAL" clId="{001DBCA2-68C5-4730-84F0-9509E9BBE04B}" dt="2021-09-13T09:58:46.542" v="2003" actId="1076"/>
          <ac:spMkLst>
            <pc:docMk/>
            <pc:sldMk cId="3823545188" sldId="515"/>
            <ac:spMk id="50" creationId="{46B1D340-C1F1-4099-8238-EC204918DE67}"/>
          </ac:spMkLst>
        </pc:spChg>
        <pc:spChg chg="mod">
          <ac:chgData name="林 芷歆" userId="45b96cb2-62ac-45c6-b1a7-2382a1a7c7fe" providerId="ADAL" clId="{001DBCA2-68C5-4730-84F0-9509E9BBE04B}" dt="2021-09-13T10:10:28.573" v="2055" actId="255"/>
          <ac:spMkLst>
            <pc:docMk/>
            <pc:sldMk cId="3823545188" sldId="515"/>
            <ac:spMk id="62" creationId="{D45A44A2-F2EE-42ED-9521-61D0D387FCF3}"/>
          </ac:spMkLst>
        </pc:spChg>
        <pc:spChg chg="mod">
          <ac:chgData name="林 芷歆" userId="45b96cb2-62ac-45c6-b1a7-2382a1a7c7fe" providerId="ADAL" clId="{001DBCA2-68C5-4730-84F0-9509E9BBE04B}" dt="2021-09-13T09:40:31.547" v="1832" actId="255"/>
          <ac:spMkLst>
            <pc:docMk/>
            <pc:sldMk cId="3823545188" sldId="515"/>
            <ac:spMk id="63" creationId="{C3279C8F-59F0-4008-9ACB-EA507736679C}"/>
          </ac:spMkLst>
        </pc:spChg>
        <pc:spChg chg="mod">
          <ac:chgData name="林 芷歆" userId="45b96cb2-62ac-45c6-b1a7-2382a1a7c7fe" providerId="ADAL" clId="{001DBCA2-68C5-4730-84F0-9509E9BBE04B}" dt="2021-09-13T09:40:31.547" v="1832" actId="255"/>
          <ac:spMkLst>
            <pc:docMk/>
            <pc:sldMk cId="3823545188" sldId="515"/>
            <ac:spMk id="64" creationId="{F9DE6E3B-B45A-45F3-8CD6-3E66300DBCAC}"/>
          </ac:spMkLst>
        </pc:spChg>
        <pc:spChg chg="mod">
          <ac:chgData name="林 芷歆" userId="45b96cb2-62ac-45c6-b1a7-2382a1a7c7fe" providerId="ADAL" clId="{001DBCA2-68C5-4730-84F0-9509E9BBE04B}" dt="2021-09-13T07:34:25.772" v="1690" actId="2711"/>
          <ac:spMkLst>
            <pc:docMk/>
            <pc:sldMk cId="3823545188" sldId="515"/>
            <ac:spMk id="65" creationId="{EB793FD1-EF12-4F7F-ADE8-BE6AC2DEB379}"/>
          </ac:spMkLst>
        </pc:spChg>
        <pc:spChg chg="mod">
          <ac:chgData name="林 芷歆" userId="45b96cb2-62ac-45c6-b1a7-2382a1a7c7fe" providerId="ADAL" clId="{001DBCA2-68C5-4730-84F0-9509E9BBE04B}" dt="2021-09-13T09:40:31.547" v="1832" actId="255"/>
          <ac:spMkLst>
            <pc:docMk/>
            <pc:sldMk cId="3823545188" sldId="515"/>
            <ac:spMk id="66" creationId="{48839051-9F26-4A80-B9EB-B46BC0225711}"/>
          </ac:spMkLst>
        </pc:spChg>
        <pc:spChg chg="mod">
          <ac:chgData name="林 芷歆" userId="45b96cb2-62ac-45c6-b1a7-2382a1a7c7fe" providerId="ADAL" clId="{001DBCA2-68C5-4730-84F0-9509E9BBE04B}" dt="2021-09-13T09:40:31.547" v="1832" actId="255"/>
          <ac:spMkLst>
            <pc:docMk/>
            <pc:sldMk cId="3823545188" sldId="515"/>
            <ac:spMk id="67" creationId="{A021CAFA-F786-4BEE-8242-6E17DE1F360D}"/>
          </ac:spMkLst>
        </pc:spChg>
        <pc:spChg chg="mod">
          <ac:chgData name="林 芷歆" userId="45b96cb2-62ac-45c6-b1a7-2382a1a7c7fe" providerId="ADAL" clId="{001DBCA2-68C5-4730-84F0-9509E9BBE04B}" dt="2021-09-13T09:40:31.547" v="1832" actId="255"/>
          <ac:spMkLst>
            <pc:docMk/>
            <pc:sldMk cId="3823545188" sldId="515"/>
            <ac:spMk id="68" creationId="{167A0D4E-766A-43C2-A2BD-C1B8E3A8FEE7}"/>
          </ac:spMkLst>
        </pc:spChg>
        <pc:picChg chg="mod">
          <ac:chgData name="林 芷歆" userId="45b96cb2-62ac-45c6-b1a7-2382a1a7c7fe" providerId="ADAL" clId="{001DBCA2-68C5-4730-84F0-9509E9BBE04B}" dt="2021-09-13T09:58:46.542" v="2003" actId="1076"/>
          <ac:picMkLst>
            <pc:docMk/>
            <pc:sldMk cId="3823545188" sldId="515"/>
            <ac:picMk id="3" creationId="{B4C7E591-A521-4D46-90DF-2EEBB4A4BABA}"/>
          </ac:picMkLst>
        </pc:picChg>
        <pc:cxnChg chg="mod">
          <ac:chgData name="林 芷歆" userId="45b96cb2-62ac-45c6-b1a7-2382a1a7c7fe" providerId="ADAL" clId="{001DBCA2-68C5-4730-84F0-9509E9BBE04B}" dt="2021-09-13T09:58:46.542" v="2003" actId="1076"/>
          <ac:cxnSpMkLst>
            <pc:docMk/>
            <pc:sldMk cId="3823545188" sldId="515"/>
            <ac:cxnSpMk id="26" creationId="{24D646A0-CCC3-4474-83CC-AFC464C4EE6A}"/>
          </ac:cxnSpMkLst>
        </pc:cxnChg>
        <pc:cxnChg chg="mod">
          <ac:chgData name="林 芷歆" userId="45b96cb2-62ac-45c6-b1a7-2382a1a7c7fe" providerId="ADAL" clId="{001DBCA2-68C5-4730-84F0-9509E9BBE04B}" dt="2021-09-13T09:58:46.542" v="2003" actId="1076"/>
          <ac:cxnSpMkLst>
            <pc:docMk/>
            <pc:sldMk cId="3823545188" sldId="515"/>
            <ac:cxnSpMk id="34" creationId="{7E3DA1D8-AE36-43A3-BEBE-9E2AEAB5833C}"/>
          </ac:cxnSpMkLst>
        </pc:cxnChg>
        <pc:cxnChg chg="mod">
          <ac:chgData name="林 芷歆" userId="45b96cb2-62ac-45c6-b1a7-2382a1a7c7fe" providerId="ADAL" clId="{001DBCA2-68C5-4730-84F0-9509E9BBE04B}" dt="2021-09-13T09:58:46.542" v="2003" actId="1076"/>
          <ac:cxnSpMkLst>
            <pc:docMk/>
            <pc:sldMk cId="3823545188" sldId="515"/>
            <ac:cxnSpMk id="47" creationId="{78DE0A1C-20B5-437B-A4BF-601853E9B0B5}"/>
          </ac:cxnSpMkLst>
        </pc:cxnChg>
      </pc:sldChg>
      <pc:sldChg chg="addSp delSp modSp mod modTransition">
        <pc:chgData name="林 芷歆" userId="45b96cb2-62ac-45c6-b1a7-2382a1a7c7fe" providerId="ADAL" clId="{001DBCA2-68C5-4730-84F0-9509E9BBE04B}" dt="2021-09-13T10:11:02.686" v="2069" actId="1076"/>
        <pc:sldMkLst>
          <pc:docMk/>
          <pc:sldMk cId="133090978" sldId="521"/>
        </pc:sldMkLst>
        <pc:spChg chg="add del mod">
          <ac:chgData name="林 芷歆" userId="45b96cb2-62ac-45c6-b1a7-2382a1a7c7fe" providerId="ADAL" clId="{001DBCA2-68C5-4730-84F0-9509E9BBE04B}" dt="2021-09-13T10:11:02.686" v="2069" actId="1076"/>
          <ac:spMkLst>
            <pc:docMk/>
            <pc:sldMk cId="133090978" sldId="521"/>
            <ac:spMk id="2" creationId="{972EF857-F007-4E9B-A9DA-9F04722D01DC}"/>
          </ac:spMkLst>
        </pc:spChg>
        <pc:spChg chg="mod">
          <ac:chgData name="林 芷歆" userId="45b96cb2-62ac-45c6-b1a7-2382a1a7c7fe" providerId="ADAL" clId="{001DBCA2-68C5-4730-84F0-9509E9BBE04B}" dt="2021-09-13T09:58:26.227" v="2001" actId="1076"/>
          <ac:spMkLst>
            <pc:docMk/>
            <pc:sldMk cId="133090978" sldId="521"/>
            <ac:spMk id="4" creationId="{39304416-73ED-477A-A87B-FB6B240E1E55}"/>
          </ac:spMkLst>
        </pc:spChg>
        <pc:spChg chg="mod">
          <ac:chgData name="林 芷歆" userId="45b96cb2-62ac-45c6-b1a7-2382a1a7c7fe" providerId="ADAL" clId="{001DBCA2-68C5-4730-84F0-9509E9BBE04B}" dt="2021-09-13T09:58:26.227" v="2001" actId="1076"/>
          <ac:spMkLst>
            <pc:docMk/>
            <pc:sldMk cId="133090978" sldId="521"/>
            <ac:spMk id="5" creationId="{382A56AD-8E63-413B-9D05-7B9C8B5AF076}"/>
          </ac:spMkLst>
        </pc:spChg>
        <pc:spChg chg="mod">
          <ac:chgData name="林 芷歆" userId="45b96cb2-62ac-45c6-b1a7-2382a1a7c7fe" providerId="ADAL" clId="{001DBCA2-68C5-4730-84F0-9509E9BBE04B}" dt="2021-09-13T09:47:48.628" v="1914" actId="255"/>
          <ac:spMkLst>
            <pc:docMk/>
            <pc:sldMk cId="133090978" sldId="521"/>
            <ac:spMk id="6" creationId="{51EB0AE3-A0DA-4754-8A76-8670024325FF}"/>
          </ac:spMkLst>
        </pc:spChg>
        <pc:spChg chg="mod">
          <ac:chgData name="林 芷歆" userId="45b96cb2-62ac-45c6-b1a7-2382a1a7c7fe" providerId="ADAL" clId="{001DBCA2-68C5-4730-84F0-9509E9BBE04B}" dt="2021-09-13T09:58:22.017" v="2000" actId="255"/>
          <ac:spMkLst>
            <pc:docMk/>
            <pc:sldMk cId="133090978" sldId="521"/>
            <ac:spMk id="7" creationId="{E9A875D4-5A0A-475A-9113-50424DC20010}"/>
          </ac:spMkLst>
        </pc:spChg>
        <pc:spChg chg="mod">
          <ac:chgData name="林 芷歆" userId="45b96cb2-62ac-45c6-b1a7-2382a1a7c7fe" providerId="ADAL" clId="{001DBCA2-68C5-4730-84F0-9509E9BBE04B}" dt="2021-09-13T09:58:26.227" v="2001" actId="1076"/>
          <ac:spMkLst>
            <pc:docMk/>
            <pc:sldMk cId="133090978" sldId="521"/>
            <ac:spMk id="10" creationId="{91A71639-0266-41B6-BEB3-BECE3803F35E}"/>
          </ac:spMkLst>
        </pc:spChg>
        <pc:spChg chg="mod">
          <ac:chgData name="林 芷歆" userId="45b96cb2-62ac-45c6-b1a7-2382a1a7c7fe" providerId="ADAL" clId="{001DBCA2-68C5-4730-84F0-9509E9BBE04B}" dt="2021-09-13T09:58:26.227" v="2001" actId="1076"/>
          <ac:spMkLst>
            <pc:docMk/>
            <pc:sldMk cId="133090978" sldId="521"/>
            <ac:spMk id="11" creationId="{0309566D-6BD8-4033-A22D-AF52C328D9BE}"/>
          </ac:spMkLst>
        </pc:spChg>
        <pc:spChg chg="mod">
          <ac:chgData name="林 芷歆" userId="45b96cb2-62ac-45c6-b1a7-2382a1a7c7fe" providerId="ADAL" clId="{001DBCA2-68C5-4730-84F0-9509E9BBE04B}" dt="2021-09-13T09:47:48.628" v="1914" actId="255"/>
          <ac:spMkLst>
            <pc:docMk/>
            <pc:sldMk cId="133090978" sldId="521"/>
            <ac:spMk id="12" creationId="{8F92BCAD-2971-405D-A669-14EFE9BEB28B}"/>
          </ac:spMkLst>
        </pc:spChg>
        <pc:spChg chg="mod">
          <ac:chgData name="林 芷歆" userId="45b96cb2-62ac-45c6-b1a7-2382a1a7c7fe" providerId="ADAL" clId="{001DBCA2-68C5-4730-84F0-9509E9BBE04B}" dt="2021-09-13T09:58:22.017" v="2000" actId="255"/>
          <ac:spMkLst>
            <pc:docMk/>
            <pc:sldMk cId="133090978" sldId="521"/>
            <ac:spMk id="13" creationId="{7C709200-DB66-4470-B11C-A59C666BE300}"/>
          </ac:spMkLst>
        </pc:spChg>
        <pc:spChg chg="mod">
          <ac:chgData name="林 芷歆" userId="45b96cb2-62ac-45c6-b1a7-2382a1a7c7fe" providerId="ADAL" clId="{001DBCA2-68C5-4730-84F0-9509E9BBE04B}" dt="2021-09-13T09:58:26.227" v="2001" actId="1076"/>
          <ac:spMkLst>
            <pc:docMk/>
            <pc:sldMk cId="133090978" sldId="521"/>
            <ac:spMk id="14" creationId="{DAE6F1EA-96A6-4101-AE5F-6A32569F5CB5}"/>
          </ac:spMkLst>
        </pc:spChg>
        <pc:spChg chg="mod">
          <ac:chgData name="林 芷歆" userId="45b96cb2-62ac-45c6-b1a7-2382a1a7c7fe" providerId="ADAL" clId="{001DBCA2-68C5-4730-84F0-9509E9BBE04B}" dt="2021-09-13T09:58:26.227" v="2001" actId="1076"/>
          <ac:spMkLst>
            <pc:docMk/>
            <pc:sldMk cId="133090978" sldId="521"/>
            <ac:spMk id="15" creationId="{116DBAD7-1A25-4053-924F-190B70D54290}"/>
          </ac:spMkLst>
        </pc:spChg>
        <pc:spChg chg="mod">
          <ac:chgData name="林 芷歆" userId="45b96cb2-62ac-45c6-b1a7-2382a1a7c7fe" providerId="ADAL" clId="{001DBCA2-68C5-4730-84F0-9509E9BBE04B}" dt="2021-09-13T09:58:26.227" v="2001" actId="1076"/>
          <ac:spMkLst>
            <pc:docMk/>
            <pc:sldMk cId="133090978" sldId="521"/>
            <ac:spMk id="17" creationId="{03E86345-41CF-4827-9527-7E78072F5EED}"/>
          </ac:spMkLst>
        </pc:spChg>
        <pc:spChg chg="mod">
          <ac:chgData name="林 芷歆" userId="45b96cb2-62ac-45c6-b1a7-2382a1a7c7fe" providerId="ADAL" clId="{001DBCA2-68C5-4730-84F0-9509E9BBE04B}" dt="2021-09-13T09:58:26.227" v="2001" actId="1076"/>
          <ac:spMkLst>
            <pc:docMk/>
            <pc:sldMk cId="133090978" sldId="521"/>
            <ac:spMk id="18" creationId="{E601B5B1-3229-449C-942B-4C325799DB99}"/>
          </ac:spMkLst>
        </pc:spChg>
        <pc:spChg chg="mod">
          <ac:chgData name="林 芷歆" userId="45b96cb2-62ac-45c6-b1a7-2382a1a7c7fe" providerId="ADAL" clId="{001DBCA2-68C5-4730-84F0-9509E9BBE04B}" dt="2021-09-13T09:47:48.628" v="1914" actId="255"/>
          <ac:spMkLst>
            <pc:docMk/>
            <pc:sldMk cId="133090978" sldId="521"/>
            <ac:spMk id="19" creationId="{5D32BD5D-5E7B-4D45-8AD1-0C7E62BCCE17}"/>
          </ac:spMkLst>
        </pc:spChg>
        <pc:spChg chg="mod">
          <ac:chgData name="林 芷歆" userId="45b96cb2-62ac-45c6-b1a7-2382a1a7c7fe" providerId="ADAL" clId="{001DBCA2-68C5-4730-84F0-9509E9BBE04B}" dt="2021-09-13T09:58:22.017" v="2000" actId="255"/>
          <ac:spMkLst>
            <pc:docMk/>
            <pc:sldMk cId="133090978" sldId="521"/>
            <ac:spMk id="20" creationId="{D37E7880-39F3-4CBE-8189-FE25636EC300}"/>
          </ac:spMkLst>
        </pc:spChg>
        <pc:spChg chg="mod">
          <ac:chgData name="林 芷歆" userId="45b96cb2-62ac-45c6-b1a7-2382a1a7c7fe" providerId="ADAL" clId="{001DBCA2-68C5-4730-84F0-9509E9BBE04B}" dt="2021-09-13T09:58:26.227" v="2001" actId="1076"/>
          <ac:spMkLst>
            <pc:docMk/>
            <pc:sldMk cId="133090978" sldId="521"/>
            <ac:spMk id="22" creationId="{110DCAFD-D569-4BCA-86B2-F61CAFF0F29C}"/>
          </ac:spMkLst>
        </pc:spChg>
        <pc:spChg chg="mod">
          <ac:chgData name="林 芷歆" userId="45b96cb2-62ac-45c6-b1a7-2382a1a7c7fe" providerId="ADAL" clId="{001DBCA2-68C5-4730-84F0-9509E9BBE04B}" dt="2021-09-13T09:58:26.227" v="2001" actId="1076"/>
          <ac:spMkLst>
            <pc:docMk/>
            <pc:sldMk cId="133090978" sldId="521"/>
            <ac:spMk id="23" creationId="{EEC7E784-8804-43C9-AFCD-CF3BBDE88C45}"/>
          </ac:spMkLst>
        </pc:spChg>
        <pc:spChg chg="mod">
          <ac:chgData name="林 芷歆" userId="45b96cb2-62ac-45c6-b1a7-2382a1a7c7fe" providerId="ADAL" clId="{001DBCA2-68C5-4730-84F0-9509E9BBE04B}" dt="2021-09-13T09:47:48.628" v="1914" actId="255"/>
          <ac:spMkLst>
            <pc:docMk/>
            <pc:sldMk cId="133090978" sldId="521"/>
            <ac:spMk id="24" creationId="{4CF8196C-51AF-415E-B3D1-B40CFB85B50D}"/>
          </ac:spMkLst>
        </pc:spChg>
        <pc:spChg chg="mod">
          <ac:chgData name="林 芷歆" userId="45b96cb2-62ac-45c6-b1a7-2382a1a7c7fe" providerId="ADAL" clId="{001DBCA2-68C5-4730-84F0-9509E9BBE04B}" dt="2021-09-13T09:58:22.017" v="2000" actId="255"/>
          <ac:spMkLst>
            <pc:docMk/>
            <pc:sldMk cId="133090978" sldId="521"/>
            <ac:spMk id="25" creationId="{C434A940-7069-4DC8-885A-F16B5309AC85}"/>
          </ac:spMkLst>
        </pc:spChg>
        <pc:spChg chg="mod">
          <ac:chgData name="林 芷歆" userId="45b96cb2-62ac-45c6-b1a7-2382a1a7c7fe" providerId="ADAL" clId="{001DBCA2-68C5-4730-84F0-9509E9BBE04B}" dt="2021-09-13T09:58:26.227" v="2001" actId="1076"/>
          <ac:spMkLst>
            <pc:docMk/>
            <pc:sldMk cId="133090978" sldId="521"/>
            <ac:spMk id="26" creationId="{B6A9EEEB-68C1-4AAD-BDE8-90311E63CDDB}"/>
          </ac:spMkLst>
        </pc:spChg>
        <pc:spChg chg="add mod">
          <ac:chgData name="林 芷歆" userId="45b96cb2-62ac-45c6-b1a7-2382a1a7c7fe" providerId="ADAL" clId="{001DBCA2-68C5-4730-84F0-9509E9BBE04B}" dt="2021-09-13T02:45:35.251" v="284"/>
          <ac:spMkLst>
            <pc:docMk/>
            <pc:sldMk cId="133090978" sldId="521"/>
            <ac:spMk id="27" creationId="{003B02EF-CF53-47A6-9157-DED93A6BFD22}"/>
          </ac:spMkLst>
        </pc:spChg>
        <pc:spChg chg="add del mod">
          <ac:chgData name="林 芷歆" userId="45b96cb2-62ac-45c6-b1a7-2382a1a7c7fe" providerId="ADAL" clId="{001DBCA2-68C5-4730-84F0-9509E9BBE04B}" dt="2021-09-13T04:02:00.239" v="1048" actId="478"/>
          <ac:spMkLst>
            <pc:docMk/>
            <pc:sldMk cId="133090978" sldId="521"/>
            <ac:spMk id="28" creationId="{41F9614C-4A6B-4AF0-9388-39065F7B6185}"/>
          </ac:spMkLst>
        </pc:spChg>
        <pc:spChg chg="add del mod">
          <ac:chgData name="林 芷歆" userId="45b96cb2-62ac-45c6-b1a7-2382a1a7c7fe" providerId="ADAL" clId="{001DBCA2-68C5-4730-84F0-9509E9BBE04B}" dt="2021-09-13T04:02:29.610" v="1058" actId="478"/>
          <ac:spMkLst>
            <pc:docMk/>
            <pc:sldMk cId="133090978" sldId="521"/>
            <ac:spMk id="29" creationId="{67BEB3A3-5B8E-4CE6-82AD-A4E811A62EE0}"/>
          </ac:spMkLst>
        </pc:spChg>
        <pc:spChg chg="add del mod ord">
          <ac:chgData name="林 芷歆" userId="45b96cb2-62ac-45c6-b1a7-2382a1a7c7fe" providerId="ADAL" clId="{001DBCA2-68C5-4730-84F0-9509E9BBE04B}" dt="2021-09-13T04:03:21.669" v="1074" actId="478"/>
          <ac:spMkLst>
            <pc:docMk/>
            <pc:sldMk cId="133090978" sldId="521"/>
            <ac:spMk id="30" creationId="{82545D5F-585E-41C1-9FE9-F50AF58C8BD6}"/>
          </ac:spMkLst>
        </pc:spChg>
        <pc:picChg chg="mod">
          <ac:chgData name="林 芷歆" userId="45b96cb2-62ac-45c6-b1a7-2382a1a7c7fe" providerId="ADAL" clId="{001DBCA2-68C5-4730-84F0-9509E9BBE04B}" dt="2021-09-13T09:58:26.227" v="2001" actId="1076"/>
          <ac:picMkLst>
            <pc:docMk/>
            <pc:sldMk cId="133090978" sldId="521"/>
            <ac:picMk id="9" creationId="{0FDAF9C9-57BE-4CE0-A2CE-9AD53BF0DA02}"/>
          </ac:picMkLst>
        </pc:picChg>
      </pc:sldChg>
      <pc:sldChg chg="addSp delSp modSp mod chgLayout">
        <pc:chgData name="林 芷歆" userId="45b96cb2-62ac-45c6-b1a7-2382a1a7c7fe" providerId="ADAL" clId="{001DBCA2-68C5-4730-84F0-9509E9BBE04B}" dt="2021-09-13T10:12:21.233" v="2078" actId="255"/>
        <pc:sldMkLst>
          <pc:docMk/>
          <pc:sldMk cId="1867122093" sldId="772"/>
        </pc:sldMkLst>
        <pc:spChg chg="del mod ord">
          <ac:chgData name="林 芷歆" userId="45b96cb2-62ac-45c6-b1a7-2382a1a7c7fe" providerId="ADAL" clId="{001DBCA2-68C5-4730-84F0-9509E9BBE04B}" dt="2021-09-13T04:01:43.903" v="1042" actId="478"/>
          <ac:spMkLst>
            <pc:docMk/>
            <pc:sldMk cId="1867122093" sldId="772"/>
            <ac:spMk id="2" creationId="{7B40F557-040B-4BBA-91A9-7DE6FCE9C735}"/>
          </ac:spMkLst>
        </pc:spChg>
        <pc:spChg chg="del">
          <ac:chgData name="林 芷歆" userId="45b96cb2-62ac-45c6-b1a7-2382a1a7c7fe" providerId="ADAL" clId="{001DBCA2-68C5-4730-84F0-9509E9BBE04B}" dt="2021-09-13T02:34:10.503" v="141" actId="478"/>
          <ac:spMkLst>
            <pc:docMk/>
            <pc:sldMk cId="1867122093" sldId="772"/>
            <ac:spMk id="3" creationId="{B9A9CD33-C6A2-43F5-B696-2088D16D9703}"/>
          </ac:spMkLst>
        </pc:spChg>
        <pc:spChg chg="add del mod ord">
          <ac:chgData name="林 芷歆" userId="45b96cb2-62ac-45c6-b1a7-2382a1a7c7fe" providerId="ADAL" clId="{001DBCA2-68C5-4730-84F0-9509E9BBE04B}" dt="2021-09-13T02:46:11.206" v="292" actId="700"/>
          <ac:spMkLst>
            <pc:docMk/>
            <pc:sldMk cId="1867122093" sldId="772"/>
            <ac:spMk id="4" creationId="{C054D488-F4F4-46A0-9171-2ECE5A95C141}"/>
          </ac:spMkLst>
        </pc:spChg>
        <pc:spChg chg="del mod ord">
          <ac:chgData name="林 芷歆" userId="45b96cb2-62ac-45c6-b1a7-2382a1a7c7fe" providerId="ADAL" clId="{001DBCA2-68C5-4730-84F0-9509E9BBE04B}" dt="2021-09-13T02:46:38.733" v="296" actId="478"/>
          <ac:spMkLst>
            <pc:docMk/>
            <pc:sldMk cId="1867122093" sldId="772"/>
            <ac:spMk id="6" creationId="{C1A93AA5-26CA-42ED-9297-F3258645F04B}"/>
          </ac:spMkLst>
        </pc:spChg>
        <pc:spChg chg="mod">
          <ac:chgData name="林 芷歆" userId="45b96cb2-62ac-45c6-b1a7-2382a1a7c7fe" providerId="ADAL" clId="{001DBCA2-68C5-4730-84F0-9509E9BBE04B}" dt="2021-09-13T09:52:59.737" v="1968" actId="255"/>
          <ac:spMkLst>
            <pc:docMk/>
            <pc:sldMk cId="1867122093" sldId="772"/>
            <ac:spMk id="7" creationId="{75C81420-818B-4309-93FE-568CC4C16AEB}"/>
          </ac:spMkLst>
        </pc:spChg>
        <pc:spChg chg="mod">
          <ac:chgData name="林 芷歆" userId="45b96cb2-62ac-45c6-b1a7-2382a1a7c7fe" providerId="ADAL" clId="{001DBCA2-68C5-4730-84F0-9509E9BBE04B}" dt="2021-09-13T09:52:59.737" v="1968" actId="255"/>
          <ac:spMkLst>
            <pc:docMk/>
            <pc:sldMk cId="1867122093" sldId="772"/>
            <ac:spMk id="8" creationId="{F993E257-DE30-4E0E-899E-80A3924E7F64}"/>
          </ac:spMkLst>
        </pc:spChg>
        <pc:spChg chg="mod">
          <ac:chgData name="林 芷歆" userId="45b96cb2-62ac-45c6-b1a7-2382a1a7c7fe" providerId="ADAL" clId="{001DBCA2-68C5-4730-84F0-9509E9BBE04B}" dt="2021-09-13T09:52:59.737" v="1968" actId="255"/>
          <ac:spMkLst>
            <pc:docMk/>
            <pc:sldMk cId="1867122093" sldId="772"/>
            <ac:spMk id="9" creationId="{9B1B9AF8-943B-4C8B-A474-04EFFF21418E}"/>
          </ac:spMkLst>
        </pc:spChg>
        <pc:spChg chg="mod">
          <ac:chgData name="林 芷歆" userId="45b96cb2-62ac-45c6-b1a7-2382a1a7c7fe" providerId="ADAL" clId="{001DBCA2-68C5-4730-84F0-9509E9BBE04B}" dt="2021-09-13T09:52:59.737" v="1968" actId="255"/>
          <ac:spMkLst>
            <pc:docMk/>
            <pc:sldMk cId="1867122093" sldId="772"/>
            <ac:spMk id="10" creationId="{4BE11D03-617D-45CC-953A-E1CE737784B9}"/>
          </ac:spMkLst>
        </pc:spChg>
        <pc:spChg chg="add del mod">
          <ac:chgData name="林 芷歆" userId="45b96cb2-62ac-45c6-b1a7-2382a1a7c7fe" providerId="ADAL" clId="{001DBCA2-68C5-4730-84F0-9509E9BBE04B}" dt="2021-09-13T04:01:46.052" v="1044" actId="478"/>
          <ac:spMkLst>
            <pc:docMk/>
            <pc:sldMk cId="1867122093" sldId="772"/>
            <ac:spMk id="11" creationId="{8C33CD27-BF93-4A36-A873-2422AD05C5F0}"/>
          </ac:spMkLst>
        </pc:spChg>
        <pc:spChg chg="mod">
          <ac:chgData name="林 芷歆" userId="45b96cb2-62ac-45c6-b1a7-2382a1a7c7fe" providerId="ADAL" clId="{001DBCA2-68C5-4730-84F0-9509E9BBE04B}" dt="2021-09-13T09:52:59.737" v="1968" actId="255"/>
          <ac:spMkLst>
            <pc:docMk/>
            <pc:sldMk cId="1867122093" sldId="772"/>
            <ac:spMk id="17" creationId="{CD6D522F-3B6F-49C2-A67B-87EA5DE7ED62}"/>
          </ac:spMkLst>
        </pc:spChg>
        <pc:spChg chg="mod">
          <ac:chgData name="林 芷歆" userId="45b96cb2-62ac-45c6-b1a7-2382a1a7c7fe" providerId="ADAL" clId="{001DBCA2-68C5-4730-84F0-9509E9BBE04B}" dt="2021-09-13T09:52:59.737" v="1968" actId="255"/>
          <ac:spMkLst>
            <pc:docMk/>
            <pc:sldMk cId="1867122093" sldId="772"/>
            <ac:spMk id="19" creationId="{76195C2F-39FA-4738-ADBE-0E6CE845A326}"/>
          </ac:spMkLst>
        </pc:spChg>
        <pc:spChg chg="mod">
          <ac:chgData name="林 芷歆" userId="45b96cb2-62ac-45c6-b1a7-2382a1a7c7fe" providerId="ADAL" clId="{001DBCA2-68C5-4730-84F0-9509E9BBE04B}" dt="2021-09-13T09:52:59.737" v="1968" actId="255"/>
          <ac:spMkLst>
            <pc:docMk/>
            <pc:sldMk cId="1867122093" sldId="772"/>
            <ac:spMk id="20" creationId="{E4522465-9115-4E03-9989-47A144149CB3}"/>
          </ac:spMkLst>
        </pc:spChg>
        <pc:spChg chg="add del mod">
          <ac:chgData name="林 芷歆" userId="45b96cb2-62ac-45c6-b1a7-2382a1a7c7fe" providerId="ADAL" clId="{001DBCA2-68C5-4730-84F0-9509E9BBE04B}" dt="2021-09-13T09:59:01.275" v="2005" actId="1076"/>
          <ac:spMkLst>
            <pc:docMk/>
            <pc:sldMk cId="1867122093" sldId="772"/>
            <ac:spMk id="21" creationId="{B80356F2-D262-4649-A567-C886C60089E7}"/>
          </ac:spMkLst>
        </pc:spChg>
        <pc:spChg chg="add mod">
          <ac:chgData name="林 芷歆" userId="45b96cb2-62ac-45c6-b1a7-2382a1a7c7fe" providerId="ADAL" clId="{001DBCA2-68C5-4730-84F0-9509E9BBE04B}" dt="2021-09-13T02:46:39.837" v="297"/>
          <ac:spMkLst>
            <pc:docMk/>
            <pc:sldMk cId="1867122093" sldId="772"/>
            <ac:spMk id="22" creationId="{53DC1F7F-8A91-4E8D-A2C5-FB116711A282}"/>
          </ac:spMkLst>
        </pc:spChg>
        <pc:spChg chg="add del mod">
          <ac:chgData name="林 芷歆" userId="45b96cb2-62ac-45c6-b1a7-2382a1a7c7fe" providerId="ADAL" clId="{001DBCA2-68C5-4730-84F0-9509E9BBE04B}" dt="2021-09-13T03:00:08.704" v="362" actId="478"/>
          <ac:spMkLst>
            <pc:docMk/>
            <pc:sldMk cId="1867122093" sldId="772"/>
            <ac:spMk id="23" creationId="{F4B3E345-627B-4C96-A9D8-64809F008DEC}"/>
          </ac:spMkLst>
        </pc:spChg>
        <pc:spChg chg="mod">
          <ac:chgData name="林 芷歆" userId="45b96cb2-62ac-45c6-b1a7-2382a1a7c7fe" providerId="ADAL" clId="{001DBCA2-68C5-4730-84F0-9509E9BBE04B}" dt="2021-09-13T04:08:06.470" v="1174" actId="1076"/>
          <ac:spMkLst>
            <pc:docMk/>
            <pc:sldMk cId="1867122093" sldId="772"/>
            <ac:spMk id="24" creationId="{F1B46D34-551C-4F7A-8067-338F99AB57CD}"/>
          </ac:spMkLst>
        </pc:spChg>
        <pc:spChg chg="mod">
          <ac:chgData name="林 芷歆" userId="45b96cb2-62ac-45c6-b1a7-2382a1a7c7fe" providerId="ADAL" clId="{001DBCA2-68C5-4730-84F0-9509E9BBE04B}" dt="2021-09-13T04:08:33.918" v="1179" actId="1076"/>
          <ac:spMkLst>
            <pc:docMk/>
            <pc:sldMk cId="1867122093" sldId="772"/>
            <ac:spMk id="25" creationId="{294CE7A9-926B-4D64-9381-92B6A37ECB72}"/>
          </ac:spMkLst>
        </pc:spChg>
        <pc:spChg chg="mod">
          <ac:chgData name="林 芷歆" userId="45b96cb2-62ac-45c6-b1a7-2382a1a7c7fe" providerId="ADAL" clId="{001DBCA2-68C5-4730-84F0-9509E9BBE04B}" dt="2021-09-13T04:08:33.918" v="1179" actId="1076"/>
          <ac:spMkLst>
            <pc:docMk/>
            <pc:sldMk cId="1867122093" sldId="772"/>
            <ac:spMk id="26" creationId="{EFC660D4-FB20-4E59-92B4-72C8D844FB9A}"/>
          </ac:spMkLst>
        </pc:spChg>
        <pc:spChg chg="mod">
          <ac:chgData name="林 芷歆" userId="45b96cb2-62ac-45c6-b1a7-2382a1a7c7fe" providerId="ADAL" clId="{001DBCA2-68C5-4730-84F0-9509E9BBE04B}" dt="2021-09-13T04:08:33.918" v="1179" actId="1076"/>
          <ac:spMkLst>
            <pc:docMk/>
            <pc:sldMk cId="1867122093" sldId="772"/>
            <ac:spMk id="27" creationId="{8E7A410E-D31A-4E79-A138-F6C037C44DCF}"/>
          </ac:spMkLst>
        </pc:spChg>
        <pc:spChg chg="mod">
          <ac:chgData name="林 芷歆" userId="45b96cb2-62ac-45c6-b1a7-2382a1a7c7fe" providerId="ADAL" clId="{001DBCA2-68C5-4730-84F0-9509E9BBE04B}" dt="2021-09-13T04:08:17.525" v="1176" actId="1076"/>
          <ac:spMkLst>
            <pc:docMk/>
            <pc:sldMk cId="1867122093" sldId="772"/>
            <ac:spMk id="28" creationId="{309D0FDB-C7A6-4185-B5AC-2C2CE6B0E5B6}"/>
          </ac:spMkLst>
        </pc:spChg>
        <pc:spChg chg="add del mod ord">
          <ac:chgData name="林 芷歆" userId="45b96cb2-62ac-45c6-b1a7-2382a1a7c7fe" providerId="ADAL" clId="{001DBCA2-68C5-4730-84F0-9509E9BBE04B}" dt="2021-09-13T03:45:31.442" v="844" actId="478"/>
          <ac:spMkLst>
            <pc:docMk/>
            <pc:sldMk cId="1867122093" sldId="772"/>
            <ac:spMk id="29" creationId="{015CE0A3-92A1-49FA-B709-067489E49DB4}"/>
          </ac:spMkLst>
        </pc:spChg>
        <pc:spChg chg="mod">
          <ac:chgData name="林 芷歆" userId="45b96cb2-62ac-45c6-b1a7-2382a1a7c7fe" providerId="ADAL" clId="{001DBCA2-68C5-4730-84F0-9509E9BBE04B}" dt="2021-09-13T04:08:37.539" v="1180" actId="14100"/>
          <ac:spMkLst>
            <pc:docMk/>
            <pc:sldMk cId="1867122093" sldId="772"/>
            <ac:spMk id="30" creationId="{C317818F-6F23-4A68-A670-6A2152D8C4ED}"/>
          </ac:spMkLst>
        </pc:spChg>
        <pc:spChg chg="add mod">
          <ac:chgData name="林 芷歆" userId="45b96cb2-62ac-45c6-b1a7-2382a1a7c7fe" providerId="ADAL" clId="{001DBCA2-68C5-4730-84F0-9509E9BBE04B}" dt="2021-09-13T10:12:21.233" v="2078" actId="255"/>
          <ac:spMkLst>
            <pc:docMk/>
            <pc:sldMk cId="1867122093" sldId="772"/>
            <ac:spMk id="31" creationId="{5DCD994E-485E-490E-B9A5-E1AA5EFC5988}"/>
          </ac:spMkLst>
        </pc:spChg>
        <pc:spChg chg="mod">
          <ac:chgData name="林 芷歆" userId="45b96cb2-62ac-45c6-b1a7-2382a1a7c7fe" providerId="ADAL" clId="{001DBCA2-68C5-4730-84F0-9509E9BBE04B}" dt="2021-09-13T04:07:01.868" v="1157" actId="255"/>
          <ac:spMkLst>
            <pc:docMk/>
            <pc:sldMk cId="1867122093" sldId="772"/>
            <ac:spMk id="32" creationId="{8C48231C-BFBF-49C7-8937-405D5C605CCA}"/>
          </ac:spMkLst>
        </pc:spChg>
      </pc:sldChg>
      <pc:sldChg chg="addSp delSp modSp mod modClrScheme chgLayout">
        <pc:chgData name="林 芷歆" userId="45b96cb2-62ac-45c6-b1a7-2382a1a7c7fe" providerId="ADAL" clId="{001DBCA2-68C5-4730-84F0-9509E9BBE04B}" dt="2021-09-13T10:11:59.604" v="2076" actId="1076"/>
        <pc:sldMkLst>
          <pc:docMk/>
          <pc:sldMk cId="828490173" sldId="790"/>
        </pc:sldMkLst>
        <pc:spChg chg="mod ord">
          <ac:chgData name="林 芷歆" userId="45b96cb2-62ac-45c6-b1a7-2382a1a7c7fe" providerId="ADAL" clId="{001DBCA2-68C5-4730-84F0-9509E9BBE04B}" dt="2021-09-13T10:11:40.228" v="2073" actId="255"/>
          <ac:spMkLst>
            <pc:docMk/>
            <pc:sldMk cId="828490173" sldId="790"/>
            <ac:spMk id="2" creationId="{87EB27ED-9B07-43BE-B049-93AC08240E02}"/>
          </ac:spMkLst>
        </pc:spChg>
        <pc:spChg chg="del">
          <ac:chgData name="林 芷歆" userId="45b96cb2-62ac-45c6-b1a7-2382a1a7c7fe" providerId="ADAL" clId="{001DBCA2-68C5-4730-84F0-9509E9BBE04B}" dt="2021-09-13T02:32:08.980" v="121" actId="478"/>
          <ac:spMkLst>
            <pc:docMk/>
            <pc:sldMk cId="828490173" sldId="790"/>
            <ac:spMk id="3" creationId="{3491C711-6417-422E-B183-88645FADE385}"/>
          </ac:spMkLst>
        </pc:spChg>
        <pc:spChg chg="mod ord">
          <ac:chgData name="林 芷歆" userId="45b96cb2-62ac-45c6-b1a7-2382a1a7c7fe" providerId="ADAL" clId="{001DBCA2-68C5-4730-84F0-9509E9BBE04B}" dt="2021-09-13T02:46:11.206" v="292" actId="700"/>
          <ac:spMkLst>
            <pc:docMk/>
            <pc:sldMk cId="828490173" sldId="790"/>
            <ac:spMk id="5" creationId="{E5884FC8-3FEA-4880-9C8F-D8859C7E2A38}"/>
          </ac:spMkLst>
        </pc:spChg>
        <pc:spChg chg="add del mod ord">
          <ac:chgData name="林 芷歆" userId="45b96cb2-62ac-45c6-b1a7-2382a1a7c7fe" providerId="ADAL" clId="{001DBCA2-68C5-4730-84F0-9509E9BBE04B}" dt="2021-09-13T02:46:11.206" v="292" actId="700"/>
          <ac:spMkLst>
            <pc:docMk/>
            <pc:sldMk cId="828490173" sldId="790"/>
            <ac:spMk id="6" creationId="{CDA12AC8-8304-42CA-AADB-9BE039868B89}"/>
          </ac:spMkLst>
        </pc:spChg>
        <pc:spChg chg="mod">
          <ac:chgData name="林 芷歆" userId="45b96cb2-62ac-45c6-b1a7-2382a1a7c7fe" providerId="ADAL" clId="{001DBCA2-68C5-4730-84F0-9509E9BBE04B}" dt="2021-09-13T10:11:57.748" v="2075" actId="1076"/>
          <ac:spMkLst>
            <pc:docMk/>
            <pc:sldMk cId="828490173" sldId="790"/>
            <ac:spMk id="10" creationId="{016A8EF0-9724-4C9E-8AFE-C7AE123F10B1}"/>
          </ac:spMkLst>
        </pc:spChg>
        <pc:spChg chg="mod">
          <ac:chgData name="林 芷歆" userId="45b96cb2-62ac-45c6-b1a7-2382a1a7c7fe" providerId="ADAL" clId="{001DBCA2-68C5-4730-84F0-9509E9BBE04B}" dt="2021-09-13T10:11:57.748" v="2075" actId="1076"/>
          <ac:spMkLst>
            <pc:docMk/>
            <pc:sldMk cId="828490173" sldId="790"/>
            <ac:spMk id="11" creationId="{5721C4D6-CB87-46A0-9197-C9006B55DB1E}"/>
          </ac:spMkLst>
        </pc:spChg>
        <pc:spChg chg="mod">
          <ac:chgData name="林 芷歆" userId="45b96cb2-62ac-45c6-b1a7-2382a1a7c7fe" providerId="ADAL" clId="{001DBCA2-68C5-4730-84F0-9509E9BBE04B}" dt="2021-09-13T10:02:34.578" v="2038" actId="1076"/>
          <ac:spMkLst>
            <pc:docMk/>
            <pc:sldMk cId="828490173" sldId="790"/>
            <ac:spMk id="12" creationId="{5A027568-89E5-4F53-933E-9867B1A91686}"/>
          </ac:spMkLst>
        </pc:spChg>
        <pc:spChg chg="mod">
          <ac:chgData name="林 芷歆" userId="45b96cb2-62ac-45c6-b1a7-2382a1a7c7fe" providerId="ADAL" clId="{001DBCA2-68C5-4730-84F0-9509E9BBE04B}" dt="2021-09-13T10:11:57.748" v="2075" actId="1076"/>
          <ac:spMkLst>
            <pc:docMk/>
            <pc:sldMk cId="828490173" sldId="790"/>
            <ac:spMk id="13" creationId="{F5042CDE-7736-48F8-A039-B400696CE645}"/>
          </ac:spMkLst>
        </pc:spChg>
        <pc:spChg chg="add mod">
          <ac:chgData name="林 芷歆" userId="45b96cb2-62ac-45c6-b1a7-2382a1a7c7fe" providerId="ADAL" clId="{001DBCA2-68C5-4730-84F0-9509E9BBE04B}" dt="2021-09-13T10:11:59.604" v="2076" actId="1076"/>
          <ac:spMkLst>
            <pc:docMk/>
            <pc:sldMk cId="828490173" sldId="790"/>
            <ac:spMk id="15" creationId="{332A79E9-4A8E-4D6C-AD2D-4A0A98D55EEA}"/>
          </ac:spMkLst>
        </pc:spChg>
        <pc:picChg chg="mod ord">
          <ac:chgData name="林 芷歆" userId="45b96cb2-62ac-45c6-b1a7-2382a1a7c7fe" providerId="ADAL" clId="{001DBCA2-68C5-4730-84F0-9509E9BBE04B}" dt="2021-09-13T10:11:57.748" v="2075" actId="1076"/>
          <ac:picMkLst>
            <pc:docMk/>
            <pc:sldMk cId="828490173" sldId="790"/>
            <ac:picMk id="7" creationId="{7F8D0DB2-D4F5-469C-B7E4-C81857A5E8B7}"/>
          </ac:picMkLst>
        </pc:picChg>
        <pc:picChg chg="mod">
          <ac:chgData name="林 芷歆" userId="45b96cb2-62ac-45c6-b1a7-2382a1a7c7fe" providerId="ADAL" clId="{001DBCA2-68C5-4730-84F0-9509E9BBE04B}" dt="2021-09-13T10:11:57.748" v="2075" actId="1076"/>
          <ac:picMkLst>
            <pc:docMk/>
            <pc:sldMk cId="828490173" sldId="790"/>
            <ac:picMk id="14" creationId="{E8B1F631-191B-4046-BBF6-AFCE7ED7C1AD}"/>
          </ac:picMkLst>
        </pc:picChg>
      </pc:sldChg>
      <pc:sldChg chg="addSp delSp modSp mod modClrScheme chgLayout">
        <pc:chgData name="林 芷歆" userId="45b96cb2-62ac-45c6-b1a7-2382a1a7c7fe" providerId="ADAL" clId="{001DBCA2-68C5-4730-84F0-9509E9BBE04B}" dt="2021-09-13T10:11:19.822" v="2071" actId="255"/>
        <pc:sldMkLst>
          <pc:docMk/>
          <pc:sldMk cId="114091876" sldId="839"/>
        </pc:sldMkLst>
        <pc:spChg chg="del mod ord">
          <ac:chgData name="林 芷歆" userId="45b96cb2-62ac-45c6-b1a7-2382a1a7c7fe" providerId="ADAL" clId="{001DBCA2-68C5-4730-84F0-9509E9BBE04B}" dt="2021-09-13T04:13:16.025" v="1228" actId="478"/>
          <ac:spMkLst>
            <pc:docMk/>
            <pc:sldMk cId="114091876" sldId="839"/>
            <ac:spMk id="2" creationId="{C7568C93-DCB9-4F76-A4AA-6867E296B92C}"/>
          </ac:spMkLst>
        </pc:spChg>
        <pc:spChg chg="mod ord">
          <ac:chgData name="林 芷歆" userId="45b96cb2-62ac-45c6-b1a7-2382a1a7c7fe" providerId="ADAL" clId="{001DBCA2-68C5-4730-84F0-9509E9BBE04B}" dt="2021-09-13T04:23:26.219" v="1278" actId="2711"/>
          <ac:spMkLst>
            <pc:docMk/>
            <pc:sldMk cId="114091876" sldId="839"/>
            <ac:spMk id="4" creationId="{277B2A11-5293-4D9A-A4B8-C672D2120EEE}"/>
          </ac:spMkLst>
        </pc:spChg>
        <pc:spChg chg="mod">
          <ac:chgData name="林 芷歆" userId="45b96cb2-62ac-45c6-b1a7-2382a1a7c7fe" providerId="ADAL" clId="{001DBCA2-68C5-4730-84F0-9509E9BBE04B}" dt="2021-09-13T09:47:37.387" v="1913" actId="1076"/>
          <ac:spMkLst>
            <pc:docMk/>
            <pc:sldMk cId="114091876" sldId="839"/>
            <ac:spMk id="13" creationId="{A6E37F5F-D9DB-42FD-BC04-B12B16846E37}"/>
          </ac:spMkLst>
        </pc:spChg>
        <pc:spChg chg="mod">
          <ac:chgData name="林 芷歆" userId="45b96cb2-62ac-45c6-b1a7-2382a1a7c7fe" providerId="ADAL" clId="{001DBCA2-68C5-4730-84F0-9509E9BBE04B}" dt="2021-09-13T09:47:37.387" v="1913" actId="1076"/>
          <ac:spMkLst>
            <pc:docMk/>
            <pc:sldMk cId="114091876" sldId="839"/>
            <ac:spMk id="14" creationId="{05F07FA6-711F-4AB0-A823-B94207B14087}"/>
          </ac:spMkLst>
        </pc:spChg>
        <pc:spChg chg="add del mod ord">
          <ac:chgData name="林 芷歆" userId="45b96cb2-62ac-45c6-b1a7-2382a1a7c7fe" providerId="ADAL" clId="{001DBCA2-68C5-4730-84F0-9509E9BBE04B}" dt="2021-09-13T02:46:11.206" v="292" actId="700"/>
          <ac:spMkLst>
            <pc:docMk/>
            <pc:sldMk cId="114091876" sldId="839"/>
            <ac:spMk id="15" creationId="{A791B8FA-57E5-459A-9A9B-197AD474AE1B}"/>
          </ac:spMkLst>
        </pc:spChg>
        <pc:spChg chg="mod">
          <ac:chgData name="林 芷歆" userId="45b96cb2-62ac-45c6-b1a7-2382a1a7c7fe" providerId="ADAL" clId="{001DBCA2-68C5-4730-84F0-9509E9BBE04B}" dt="2021-09-13T09:47:37.387" v="1913" actId="1076"/>
          <ac:spMkLst>
            <pc:docMk/>
            <pc:sldMk cId="114091876" sldId="839"/>
            <ac:spMk id="21" creationId="{54BE8C67-57CA-4604-9D03-92C1BDCD19CE}"/>
          </ac:spMkLst>
        </pc:spChg>
        <pc:spChg chg="mod">
          <ac:chgData name="林 芷歆" userId="45b96cb2-62ac-45c6-b1a7-2382a1a7c7fe" providerId="ADAL" clId="{001DBCA2-68C5-4730-84F0-9509E9BBE04B}" dt="2021-09-13T09:47:37.387" v="1913" actId="1076"/>
          <ac:spMkLst>
            <pc:docMk/>
            <pc:sldMk cId="114091876" sldId="839"/>
            <ac:spMk id="22" creationId="{CC8064DC-0902-4238-8051-2CE0ACE6F02A}"/>
          </ac:spMkLst>
        </pc:spChg>
        <pc:spChg chg="add mod">
          <ac:chgData name="林 芷歆" userId="45b96cb2-62ac-45c6-b1a7-2382a1a7c7fe" providerId="ADAL" clId="{001DBCA2-68C5-4730-84F0-9509E9BBE04B}" dt="2021-09-13T09:39:41.634" v="1824" actId="1076"/>
          <ac:spMkLst>
            <pc:docMk/>
            <pc:sldMk cId="114091876" sldId="839"/>
            <ac:spMk id="42" creationId="{7818C042-5B2E-49E2-93F0-08B87F5DB60A}"/>
          </ac:spMkLst>
        </pc:spChg>
        <pc:spChg chg="add mod">
          <ac:chgData name="林 芷歆" userId="45b96cb2-62ac-45c6-b1a7-2382a1a7c7fe" providerId="ADAL" clId="{001DBCA2-68C5-4730-84F0-9509E9BBE04B}" dt="2021-09-13T10:11:19.822" v="2071" actId="255"/>
          <ac:spMkLst>
            <pc:docMk/>
            <pc:sldMk cId="114091876" sldId="839"/>
            <ac:spMk id="43" creationId="{BF0B67C5-C1B9-439D-AC14-45E77A988555}"/>
          </ac:spMkLst>
        </pc:spChg>
        <pc:spChg chg="del mod">
          <ac:chgData name="林 芷歆" userId="45b96cb2-62ac-45c6-b1a7-2382a1a7c7fe" providerId="ADAL" clId="{001DBCA2-68C5-4730-84F0-9509E9BBE04B}" dt="2021-09-13T04:09:07.327" v="1186" actId="478"/>
          <ac:spMkLst>
            <pc:docMk/>
            <pc:sldMk cId="114091876" sldId="839"/>
            <ac:spMk id="49" creationId="{C29856B3-73DC-4A32-A4AE-66C3F60F8C52}"/>
          </ac:spMkLst>
        </pc:spChg>
        <pc:spChg chg="mod">
          <ac:chgData name="林 芷歆" userId="45b96cb2-62ac-45c6-b1a7-2382a1a7c7fe" providerId="ADAL" clId="{001DBCA2-68C5-4730-84F0-9509E9BBE04B}" dt="2021-09-13T09:47:25.480" v="1910" actId="1076"/>
          <ac:spMkLst>
            <pc:docMk/>
            <pc:sldMk cId="114091876" sldId="839"/>
            <ac:spMk id="62" creationId="{1D7C5718-F2EE-43D6-9987-16BBF10E391A}"/>
          </ac:spMkLst>
        </pc:spChg>
        <pc:spChg chg="mod">
          <ac:chgData name="林 芷歆" userId="45b96cb2-62ac-45c6-b1a7-2382a1a7c7fe" providerId="ADAL" clId="{001DBCA2-68C5-4730-84F0-9509E9BBE04B}" dt="2021-09-13T09:47:37.387" v="1913" actId="1076"/>
          <ac:spMkLst>
            <pc:docMk/>
            <pc:sldMk cId="114091876" sldId="839"/>
            <ac:spMk id="67" creationId="{89D70480-3D6C-4D50-846C-FA51FADB9B47}"/>
          </ac:spMkLst>
        </pc:spChg>
        <pc:spChg chg="mod">
          <ac:chgData name="林 芷歆" userId="45b96cb2-62ac-45c6-b1a7-2382a1a7c7fe" providerId="ADAL" clId="{001DBCA2-68C5-4730-84F0-9509E9BBE04B}" dt="2021-09-13T09:47:37.387" v="1913" actId="1076"/>
          <ac:spMkLst>
            <pc:docMk/>
            <pc:sldMk cId="114091876" sldId="839"/>
            <ac:spMk id="68" creationId="{EB13FC21-EB33-42C5-A4D6-8782B2D3614A}"/>
          </ac:spMkLst>
        </pc:spChg>
        <pc:picChg chg="mod ord">
          <ac:chgData name="林 芷歆" userId="45b96cb2-62ac-45c6-b1a7-2382a1a7c7fe" providerId="ADAL" clId="{001DBCA2-68C5-4730-84F0-9509E9BBE04B}" dt="2021-09-13T02:46:11.206" v="292" actId="700"/>
          <ac:picMkLst>
            <pc:docMk/>
            <pc:sldMk cId="114091876" sldId="839"/>
            <ac:picMk id="6" creationId="{8AB78D09-7AAE-46B8-8298-EEF3138FD982}"/>
          </ac:picMkLst>
        </pc:picChg>
        <pc:picChg chg="mod">
          <ac:chgData name="林 芷歆" userId="45b96cb2-62ac-45c6-b1a7-2382a1a7c7fe" providerId="ADAL" clId="{001DBCA2-68C5-4730-84F0-9509E9BBE04B}" dt="2021-09-13T04:18:08.429" v="1252" actId="1076"/>
          <ac:picMkLst>
            <pc:docMk/>
            <pc:sldMk cId="114091876" sldId="839"/>
            <ac:picMk id="7" creationId="{A258C06B-A872-4DC3-8499-E97C72751669}"/>
          </ac:picMkLst>
        </pc:picChg>
        <pc:picChg chg="mod">
          <ac:chgData name="林 芷歆" userId="45b96cb2-62ac-45c6-b1a7-2382a1a7c7fe" providerId="ADAL" clId="{001DBCA2-68C5-4730-84F0-9509E9BBE04B}" dt="2021-09-13T09:47:37.387" v="1913" actId="1076"/>
          <ac:picMkLst>
            <pc:docMk/>
            <pc:sldMk cId="114091876" sldId="839"/>
            <ac:picMk id="8" creationId="{21F50986-131F-48BF-9787-D17A66AF3BEB}"/>
          </ac:picMkLst>
        </pc:picChg>
        <pc:picChg chg="mod">
          <ac:chgData name="林 芷歆" userId="45b96cb2-62ac-45c6-b1a7-2382a1a7c7fe" providerId="ADAL" clId="{001DBCA2-68C5-4730-84F0-9509E9BBE04B}" dt="2021-09-13T09:47:37.387" v="1913" actId="1076"/>
          <ac:picMkLst>
            <pc:docMk/>
            <pc:sldMk cId="114091876" sldId="839"/>
            <ac:picMk id="9" creationId="{F0BC2DB8-CB0E-4115-BA1B-C91CF3E1888C}"/>
          </ac:picMkLst>
        </pc:picChg>
        <pc:picChg chg="mod">
          <ac:chgData name="林 芷歆" userId="45b96cb2-62ac-45c6-b1a7-2382a1a7c7fe" providerId="ADAL" clId="{001DBCA2-68C5-4730-84F0-9509E9BBE04B}" dt="2021-09-13T09:47:37.387" v="1913" actId="1076"/>
          <ac:picMkLst>
            <pc:docMk/>
            <pc:sldMk cId="114091876" sldId="839"/>
            <ac:picMk id="10" creationId="{41547E84-0230-4703-9934-43C69ED93D32}"/>
          </ac:picMkLst>
        </pc:picChg>
        <pc:picChg chg="mod">
          <ac:chgData name="林 芷歆" userId="45b96cb2-62ac-45c6-b1a7-2382a1a7c7fe" providerId="ADAL" clId="{001DBCA2-68C5-4730-84F0-9509E9BBE04B}" dt="2021-09-13T09:47:37.387" v="1913" actId="1076"/>
          <ac:picMkLst>
            <pc:docMk/>
            <pc:sldMk cId="114091876" sldId="839"/>
            <ac:picMk id="19" creationId="{1EAC10ED-82DD-4D98-9687-6FD8193F6C24}"/>
          </ac:picMkLst>
        </pc:picChg>
        <pc:picChg chg="mod">
          <ac:chgData name="林 芷歆" userId="45b96cb2-62ac-45c6-b1a7-2382a1a7c7fe" providerId="ADAL" clId="{001DBCA2-68C5-4730-84F0-9509E9BBE04B}" dt="2021-09-13T04:18:11.776" v="1255" actId="1076"/>
          <ac:picMkLst>
            <pc:docMk/>
            <pc:sldMk cId="114091876" sldId="839"/>
            <ac:picMk id="24" creationId="{C10AE47F-3237-435C-8318-59C60F85939B}"/>
          </ac:picMkLst>
        </pc:picChg>
        <pc:picChg chg="mod">
          <ac:chgData name="林 芷歆" userId="45b96cb2-62ac-45c6-b1a7-2382a1a7c7fe" providerId="ADAL" clId="{001DBCA2-68C5-4730-84F0-9509E9BBE04B}" dt="2021-09-13T09:47:13.184" v="1908" actId="1076"/>
          <ac:picMkLst>
            <pc:docMk/>
            <pc:sldMk cId="114091876" sldId="839"/>
            <ac:picMk id="25" creationId="{C368BEF0-68FA-4DB8-8D47-FC5D1121360C}"/>
          </ac:picMkLst>
        </pc:picChg>
        <pc:picChg chg="mod">
          <ac:chgData name="林 芷歆" userId="45b96cb2-62ac-45c6-b1a7-2382a1a7c7fe" providerId="ADAL" clId="{001DBCA2-68C5-4730-84F0-9509E9BBE04B}" dt="2021-09-13T04:24:40.995" v="1286" actId="14861"/>
          <ac:picMkLst>
            <pc:docMk/>
            <pc:sldMk cId="114091876" sldId="839"/>
            <ac:picMk id="26" creationId="{E8067840-4601-47F0-BDB6-34F41CE07E25}"/>
          </ac:picMkLst>
        </pc:picChg>
        <pc:cxnChg chg="mod">
          <ac:chgData name="林 芷歆" userId="45b96cb2-62ac-45c6-b1a7-2382a1a7c7fe" providerId="ADAL" clId="{001DBCA2-68C5-4730-84F0-9509E9BBE04B}" dt="2021-09-13T09:47:37.387" v="1913" actId="1076"/>
          <ac:cxnSpMkLst>
            <pc:docMk/>
            <pc:sldMk cId="114091876" sldId="839"/>
            <ac:cxnSpMk id="18" creationId="{59B14C27-EE73-48D8-A2E5-34BC1CFEB828}"/>
          </ac:cxnSpMkLst>
        </pc:cxnChg>
        <pc:cxnChg chg="mod">
          <ac:chgData name="林 芷歆" userId="45b96cb2-62ac-45c6-b1a7-2382a1a7c7fe" providerId="ADAL" clId="{001DBCA2-68C5-4730-84F0-9509E9BBE04B}" dt="2021-09-13T09:47:37.387" v="1913" actId="1076"/>
          <ac:cxnSpMkLst>
            <pc:docMk/>
            <pc:sldMk cId="114091876" sldId="839"/>
            <ac:cxnSpMk id="20" creationId="{5FA70BEF-8E67-4B03-9942-97ECD4B81BA7}"/>
          </ac:cxnSpMkLst>
        </pc:cxnChg>
        <pc:cxnChg chg="mod">
          <ac:chgData name="林 芷歆" userId="45b96cb2-62ac-45c6-b1a7-2382a1a7c7fe" providerId="ADAL" clId="{001DBCA2-68C5-4730-84F0-9509E9BBE04B}" dt="2021-09-13T09:47:37.387" v="1913" actId="1076"/>
          <ac:cxnSpMkLst>
            <pc:docMk/>
            <pc:sldMk cId="114091876" sldId="839"/>
            <ac:cxnSpMk id="82" creationId="{91A71C6B-C953-4F2A-BC1D-6F8E8B44A0E2}"/>
          </ac:cxnSpMkLst>
        </pc:cxnChg>
        <pc:cxnChg chg="mod">
          <ac:chgData name="林 芷歆" userId="45b96cb2-62ac-45c6-b1a7-2382a1a7c7fe" providerId="ADAL" clId="{001DBCA2-68C5-4730-84F0-9509E9BBE04B}" dt="2021-09-13T09:47:37.387" v="1913" actId="1076"/>
          <ac:cxnSpMkLst>
            <pc:docMk/>
            <pc:sldMk cId="114091876" sldId="839"/>
            <ac:cxnSpMk id="83" creationId="{047172D8-9CF8-4DE5-90DE-F2034482CBF5}"/>
          </ac:cxnSpMkLst>
        </pc:cxnChg>
      </pc:sldChg>
      <pc:sldChg chg="addSp delSp modSp add del mod modClrScheme chgLayout">
        <pc:chgData name="林 芷歆" userId="45b96cb2-62ac-45c6-b1a7-2382a1a7c7fe" providerId="ADAL" clId="{001DBCA2-68C5-4730-84F0-9509E9BBE04B}" dt="2021-09-13T10:11:45.302" v="2074" actId="255"/>
        <pc:sldMkLst>
          <pc:docMk/>
          <pc:sldMk cId="1696388164" sldId="882"/>
        </pc:sldMkLst>
        <pc:spChg chg="mod ord">
          <ac:chgData name="林 芷歆" userId="45b96cb2-62ac-45c6-b1a7-2382a1a7c7fe" providerId="ADAL" clId="{001DBCA2-68C5-4730-84F0-9509E9BBE04B}" dt="2021-09-13T10:11:45.302" v="2074" actId="255"/>
          <ac:spMkLst>
            <pc:docMk/>
            <pc:sldMk cId="1696388164" sldId="882"/>
            <ac:spMk id="2" creationId="{00906E4C-D872-4201-80EA-087FF4ED42B2}"/>
          </ac:spMkLst>
        </pc:spChg>
        <pc:spChg chg="add del mod ord">
          <ac:chgData name="林 芷歆" userId="45b96cb2-62ac-45c6-b1a7-2382a1a7c7fe" providerId="ADAL" clId="{001DBCA2-68C5-4730-84F0-9509E9BBE04B}" dt="2021-09-13T02:46:11.206" v="292" actId="700"/>
          <ac:spMkLst>
            <pc:docMk/>
            <pc:sldMk cId="1696388164" sldId="882"/>
            <ac:spMk id="3" creationId="{C39CB078-374A-4487-AAEB-4D05F6FDA473}"/>
          </ac:spMkLst>
        </pc:spChg>
        <pc:spChg chg="del">
          <ac:chgData name="林 芷歆" userId="45b96cb2-62ac-45c6-b1a7-2382a1a7c7fe" providerId="ADAL" clId="{001DBCA2-68C5-4730-84F0-9509E9BBE04B}" dt="2021-09-13T02:14:31.734" v="16" actId="478"/>
          <ac:spMkLst>
            <pc:docMk/>
            <pc:sldMk cId="1696388164" sldId="882"/>
            <ac:spMk id="7" creationId="{8422FD24-A7E3-41E1-AB35-38B0566701C4}"/>
          </ac:spMkLst>
        </pc:spChg>
        <pc:spChg chg="add del mod">
          <ac:chgData name="林 芷歆" userId="45b96cb2-62ac-45c6-b1a7-2382a1a7c7fe" providerId="ADAL" clId="{001DBCA2-68C5-4730-84F0-9509E9BBE04B}" dt="2021-09-13T10:02:44.335" v="2040" actId="1076"/>
          <ac:spMkLst>
            <pc:docMk/>
            <pc:sldMk cId="1696388164" sldId="882"/>
            <ac:spMk id="8" creationId="{A81A6C5C-7C6F-4315-B326-F8608C50E5F0}"/>
          </ac:spMkLst>
        </pc:spChg>
        <pc:spChg chg="add mod ord">
          <ac:chgData name="林 芷歆" userId="45b96cb2-62ac-45c6-b1a7-2382a1a7c7fe" providerId="ADAL" clId="{001DBCA2-68C5-4730-84F0-9509E9BBE04B}" dt="2021-09-13T04:23:45.502" v="1280" actId="2711"/>
          <ac:spMkLst>
            <pc:docMk/>
            <pc:sldMk cId="1696388164" sldId="882"/>
            <ac:spMk id="10" creationId="{66DB43F5-B1A3-4899-B960-073DFAE582BE}"/>
          </ac:spMkLst>
        </pc:spChg>
        <pc:spChg chg="add del mod ord">
          <ac:chgData name="林 芷歆" userId="45b96cb2-62ac-45c6-b1a7-2382a1a7c7fe" providerId="ADAL" clId="{001DBCA2-68C5-4730-84F0-9509E9BBE04B}" dt="2021-09-13T07:19:24.087" v="1667" actId="478"/>
          <ac:spMkLst>
            <pc:docMk/>
            <pc:sldMk cId="1696388164" sldId="882"/>
            <ac:spMk id="11" creationId="{79969111-A9BC-42DA-9809-2E260FA4B006}"/>
          </ac:spMkLst>
        </pc:spChg>
        <pc:spChg chg="add del mod ord">
          <ac:chgData name="林 芷歆" userId="45b96cb2-62ac-45c6-b1a7-2382a1a7c7fe" providerId="ADAL" clId="{001DBCA2-68C5-4730-84F0-9509E9BBE04B}" dt="2021-09-13T07:18:36.086" v="1652" actId="478"/>
          <ac:spMkLst>
            <pc:docMk/>
            <pc:sldMk cId="1696388164" sldId="882"/>
            <ac:spMk id="12" creationId="{6A7B6FB1-FCF8-434D-A29B-20682A70343D}"/>
          </ac:spMkLst>
        </pc:spChg>
        <pc:picChg chg="mod ord">
          <ac:chgData name="林 芷歆" userId="45b96cb2-62ac-45c6-b1a7-2382a1a7c7fe" providerId="ADAL" clId="{001DBCA2-68C5-4730-84F0-9509E9BBE04B}" dt="2021-09-13T07:14:33.891" v="1612" actId="1076"/>
          <ac:picMkLst>
            <pc:docMk/>
            <pc:sldMk cId="1696388164" sldId="882"/>
            <ac:picMk id="4" creationId="{F87FC7C2-9540-480F-8014-3A1A7EB0C031}"/>
          </ac:picMkLst>
        </pc:picChg>
        <pc:picChg chg="add del mod">
          <ac:chgData name="林 芷歆" userId="45b96cb2-62ac-45c6-b1a7-2382a1a7c7fe" providerId="ADAL" clId="{001DBCA2-68C5-4730-84F0-9509E9BBE04B}" dt="2021-09-13T08:24:22.156" v="1769" actId="478"/>
          <ac:picMkLst>
            <pc:docMk/>
            <pc:sldMk cId="1696388164" sldId="882"/>
            <ac:picMk id="5" creationId="{3E82C528-B115-4E55-AE41-7C49CFD663B5}"/>
          </ac:picMkLst>
        </pc:picChg>
        <pc:picChg chg="add del mod modCrop">
          <ac:chgData name="林 芷歆" userId="45b96cb2-62ac-45c6-b1a7-2382a1a7c7fe" providerId="ADAL" clId="{001DBCA2-68C5-4730-84F0-9509E9BBE04B}" dt="2021-09-13T08:24:22.988" v="1770" actId="478"/>
          <ac:picMkLst>
            <pc:docMk/>
            <pc:sldMk cId="1696388164" sldId="882"/>
            <ac:picMk id="6" creationId="{8914127B-7AE9-4BD8-9897-BED222CF799B}"/>
          </ac:picMkLst>
        </pc:picChg>
        <pc:picChg chg="mod">
          <ac:chgData name="林 芷歆" userId="45b96cb2-62ac-45c6-b1a7-2382a1a7c7fe" providerId="ADAL" clId="{001DBCA2-68C5-4730-84F0-9509E9BBE04B}" dt="2021-09-13T08:31:51.937" v="1797" actId="1076"/>
          <ac:picMkLst>
            <pc:docMk/>
            <pc:sldMk cId="1696388164" sldId="882"/>
            <ac:picMk id="9" creationId="{EE2D18A4-2A1C-4782-B13E-E06D83761AE9}"/>
          </ac:picMkLst>
        </pc:picChg>
        <pc:picChg chg="del mod">
          <ac:chgData name="林 芷歆" userId="45b96cb2-62ac-45c6-b1a7-2382a1a7c7fe" providerId="ADAL" clId="{001DBCA2-68C5-4730-84F0-9509E9BBE04B}" dt="2021-09-13T03:01:05.863" v="379" actId="478"/>
          <ac:picMkLst>
            <pc:docMk/>
            <pc:sldMk cId="1696388164" sldId="882"/>
            <ac:picMk id="11" creationId="{D78A139A-BD8A-422F-8021-7B7E88B0D1ED}"/>
          </ac:picMkLst>
        </pc:picChg>
        <pc:picChg chg="add del mod modCrop">
          <ac:chgData name="林 芷歆" userId="45b96cb2-62ac-45c6-b1a7-2382a1a7c7fe" providerId="ADAL" clId="{001DBCA2-68C5-4730-84F0-9509E9BBE04B}" dt="2021-09-13T08:31:17.523" v="1784" actId="478"/>
          <ac:picMkLst>
            <pc:docMk/>
            <pc:sldMk cId="1696388164" sldId="882"/>
            <ac:picMk id="13" creationId="{535DEA05-C1B8-4AC8-AA1A-545DB3AEA519}"/>
          </ac:picMkLst>
        </pc:picChg>
        <pc:picChg chg="add mod ord">
          <ac:chgData name="林 芷歆" userId="45b96cb2-62ac-45c6-b1a7-2382a1a7c7fe" providerId="ADAL" clId="{001DBCA2-68C5-4730-84F0-9509E9BBE04B}" dt="2021-09-13T08:31:41.195" v="1795" actId="1076"/>
          <ac:picMkLst>
            <pc:docMk/>
            <pc:sldMk cId="1696388164" sldId="882"/>
            <ac:picMk id="15" creationId="{1749B8F1-0262-41E1-8A58-65C1A2410EDA}"/>
          </ac:picMkLst>
        </pc:picChg>
      </pc:sldChg>
      <pc:sldChg chg="addSp delSp modSp mod">
        <pc:chgData name="林 芷歆" userId="45b96cb2-62ac-45c6-b1a7-2382a1a7c7fe" providerId="ADAL" clId="{001DBCA2-68C5-4730-84F0-9509E9BBE04B}" dt="2021-09-13T10:13:14.189" v="2087" actId="255"/>
        <pc:sldMkLst>
          <pc:docMk/>
          <pc:sldMk cId="475225861" sldId="1449"/>
        </pc:sldMkLst>
        <pc:spChg chg="del">
          <ac:chgData name="林 芷歆" userId="45b96cb2-62ac-45c6-b1a7-2382a1a7c7fe" providerId="ADAL" clId="{001DBCA2-68C5-4730-84F0-9509E9BBE04B}" dt="2021-09-13T02:34:22.020" v="143" actId="478"/>
          <ac:spMkLst>
            <pc:docMk/>
            <pc:sldMk cId="475225861" sldId="1449"/>
            <ac:spMk id="4" creationId="{898F2FF3-11B5-4755-B2ED-6F26329BD65D}"/>
          </ac:spMkLst>
        </pc:spChg>
        <pc:spChg chg="del">
          <ac:chgData name="林 芷歆" userId="45b96cb2-62ac-45c6-b1a7-2382a1a7c7fe" providerId="ADAL" clId="{001DBCA2-68C5-4730-84F0-9509E9BBE04B}" dt="2021-09-13T02:47:32.414" v="314" actId="478"/>
          <ac:spMkLst>
            <pc:docMk/>
            <pc:sldMk cId="475225861" sldId="1449"/>
            <ac:spMk id="8" creationId="{B0E0CD38-9A5E-4E73-96A1-1CF16863B629}"/>
          </ac:spMkLst>
        </pc:spChg>
        <pc:spChg chg="mod topLvl">
          <ac:chgData name="林 芷歆" userId="45b96cb2-62ac-45c6-b1a7-2382a1a7c7fe" providerId="ADAL" clId="{001DBCA2-68C5-4730-84F0-9509E9BBE04B}" dt="2021-09-13T09:53:18.002" v="1969" actId="255"/>
          <ac:spMkLst>
            <pc:docMk/>
            <pc:sldMk cId="475225861" sldId="1449"/>
            <ac:spMk id="10" creationId="{B2CC88CF-91B2-49E2-AEF0-B106A4BDDA5C}"/>
          </ac:spMkLst>
        </pc:spChg>
        <pc:spChg chg="mod topLvl">
          <ac:chgData name="林 芷歆" userId="45b96cb2-62ac-45c6-b1a7-2382a1a7c7fe" providerId="ADAL" clId="{001DBCA2-68C5-4730-84F0-9509E9BBE04B}" dt="2021-09-13T09:53:18.002" v="1969" actId="255"/>
          <ac:spMkLst>
            <pc:docMk/>
            <pc:sldMk cId="475225861" sldId="1449"/>
            <ac:spMk id="12" creationId="{7C49F7DC-6542-4A67-AD83-F21FA339980C}"/>
          </ac:spMkLst>
        </pc:spChg>
        <pc:spChg chg="mod topLvl">
          <ac:chgData name="林 芷歆" userId="45b96cb2-62ac-45c6-b1a7-2382a1a7c7fe" providerId="ADAL" clId="{001DBCA2-68C5-4730-84F0-9509E9BBE04B}" dt="2021-09-13T09:53:18.002" v="1969" actId="255"/>
          <ac:spMkLst>
            <pc:docMk/>
            <pc:sldMk cId="475225861" sldId="1449"/>
            <ac:spMk id="13" creationId="{50ABEA04-77F0-4F84-8DDD-DBFB91C78B23}"/>
          </ac:spMkLst>
        </pc:spChg>
        <pc:spChg chg="mod topLvl">
          <ac:chgData name="林 芷歆" userId="45b96cb2-62ac-45c6-b1a7-2382a1a7c7fe" providerId="ADAL" clId="{001DBCA2-68C5-4730-84F0-9509E9BBE04B}" dt="2021-09-13T10:01:07.256" v="2022" actId="255"/>
          <ac:spMkLst>
            <pc:docMk/>
            <pc:sldMk cId="475225861" sldId="1449"/>
            <ac:spMk id="14" creationId="{28AFB74D-4603-4B99-80B7-6F5752C6328A}"/>
          </ac:spMkLst>
        </pc:spChg>
        <pc:spChg chg="mod topLvl">
          <ac:chgData name="林 芷歆" userId="45b96cb2-62ac-45c6-b1a7-2382a1a7c7fe" providerId="ADAL" clId="{001DBCA2-68C5-4730-84F0-9509E9BBE04B}" dt="2021-09-13T10:01:07.256" v="2022" actId="255"/>
          <ac:spMkLst>
            <pc:docMk/>
            <pc:sldMk cId="475225861" sldId="1449"/>
            <ac:spMk id="15" creationId="{813C824D-72A2-4E81-9CD4-F2900B78D781}"/>
          </ac:spMkLst>
        </pc:spChg>
        <pc:spChg chg="mod topLvl">
          <ac:chgData name="林 芷歆" userId="45b96cb2-62ac-45c6-b1a7-2382a1a7c7fe" providerId="ADAL" clId="{001DBCA2-68C5-4730-84F0-9509E9BBE04B}" dt="2021-09-13T10:01:07.256" v="2022" actId="255"/>
          <ac:spMkLst>
            <pc:docMk/>
            <pc:sldMk cId="475225861" sldId="1449"/>
            <ac:spMk id="16" creationId="{EF3F19C1-04A9-496D-AD67-4F9E07ED8A03}"/>
          </ac:spMkLst>
        </pc:spChg>
        <pc:spChg chg="mod">
          <ac:chgData name="林 芷歆" userId="45b96cb2-62ac-45c6-b1a7-2382a1a7c7fe" providerId="ADAL" clId="{001DBCA2-68C5-4730-84F0-9509E9BBE04B}" dt="2021-09-13T10:13:14.189" v="2087" actId="255"/>
          <ac:spMkLst>
            <pc:docMk/>
            <pc:sldMk cId="475225861" sldId="1449"/>
            <ac:spMk id="17" creationId="{2F7C8319-54F3-45E3-B8CB-24CF4A638128}"/>
          </ac:spMkLst>
        </pc:spChg>
        <pc:spChg chg="add del mod">
          <ac:chgData name="林 芷歆" userId="45b96cb2-62ac-45c6-b1a7-2382a1a7c7fe" providerId="ADAL" clId="{001DBCA2-68C5-4730-84F0-9509E9BBE04B}" dt="2021-09-13T02:20:06.083" v="24" actId="478"/>
          <ac:spMkLst>
            <pc:docMk/>
            <pc:sldMk cId="475225861" sldId="1449"/>
            <ac:spMk id="18" creationId="{9D7E8643-7B65-47F6-AF8D-CCC5A8C4CD31}"/>
          </ac:spMkLst>
        </pc:spChg>
        <pc:spChg chg="add del mod">
          <ac:chgData name="林 芷歆" userId="45b96cb2-62ac-45c6-b1a7-2382a1a7c7fe" providerId="ADAL" clId="{001DBCA2-68C5-4730-84F0-9509E9BBE04B}" dt="2021-09-13T02:20:32.749" v="28" actId="478"/>
          <ac:spMkLst>
            <pc:docMk/>
            <pc:sldMk cId="475225861" sldId="1449"/>
            <ac:spMk id="19" creationId="{20F9BB8B-F015-4347-8134-440209DA4717}"/>
          </ac:spMkLst>
        </pc:spChg>
        <pc:spChg chg="mod topLvl">
          <ac:chgData name="林 芷歆" userId="45b96cb2-62ac-45c6-b1a7-2382a1a7c7fe" providerId="ADAL" clId="{001DBCA2-68C5-4730-84F0-9509E9BBE04B}" dt="2021-09-13T09:53:18.002" v="1969" actId="255"/>
          <ac:spMkLst>
            <pc:docMk/>
            <pc:sldMk cId="475225861" sldId="1449"/>
            <ac:spMk id="20" creationId="{D0BB4B87-7E2E-4CFF-9745-2833C4AEAA92}"/>
          </ac:spMkLst>
        </pc:spChg>
        <pc:spChg chg="mod topLvl">
          <ac:chgData name="林 芷歆" userId="45b96cb2-62ac-45c6-b1a7-2382a1a7c7fe" providerId="ADAL" clId="{001DBCA2-68C5-4730-84F0-9509E9BBE04B}" dt="2021-09-13T10:01:07.256" v="2022" actId="255"/>
          <ac:spMkLst>
            <pc:docMk/>
            <pc:sldMk cId="475225861" sldId="1449"/>
            <ac:spMk id="21" creationId="{7088AF33-7240-4DB0-80AD-8E2A6CFEFFA7}"/>
          </ac:spMkLst>
        </pc:spChg>
        <pc:spChg chg="add mod">
          <ac:chgData name="林 芷歆" userId="45b96cb2-62ac-45c6-b1a7-2382a1a7c7fe" providerId="ADAL" clId="{001DBCA2-68C5-4730-84F0-9509E9BBE04B}" dt="2021-09-13T02:47:32.715" v="315"/>
          <ac:spMkLst>
            <pc:docMk/>
            <pc:sldMk cId="475225861" sldId="1449"/>
            <ac:spMk id="22" creationId="{B0BD74B0-123F-4931-858D-2BBC0C72C2E0}"/>
          </ac:spMkLst>
        </pc:spChg>
        <pc:spChg chg="add del mod">
          <ac:chgData name="林 芷歆" userId="45b96cb2-62ac-45c6-b1a7-2382a1a7c7fe" providerId="ADAL" clId="{001DBCA2-68C5-4730-84F0-9509E9BBE04B}" dt="2021-09-13T03:05:33.016" v="421" actId="478"/>
          <ac:spMkLst>
            <pc:docMk/>
            <pc:sldMk cId="475225861" sldId="1449"/>
            <ac:spMk id="23" creationId="{77AF4A9F-F399-4C1A-B62A-8E8BA655FBE2}"/>
          </ac:spMkLst>
        </pc:spChg>
        <pc:grpChg chg="add del mod">
          <ac:chgData name="林 芷歆" userId="45b96cb2-62ac-45c6-b1a7-2382a1a7c7fe" providerId="ADAL" clId="{001DBCA2-68C5-4730-84F0-9509E9BBE04B}" dt="2021-09-13T03:15:04.004" v="530" actId="165"/>
          <ac:grpSpMkLst>
            <pc:docMk/>
            <pc:sldMk cId="475225861" sldId="1449"/>
            <ac:grpSpMk id="2" creationId="{9161FBA0-DD56-440E-89B9-3A7F2DF9372D}"/>
          </ac:grpSpMkLst>
        </pc:grpChg>
        <pc:grpChg chg="add mod">
          <ac:chgData name="林 芷歆" userId="45b96cb2-62ac-45c6-b1a7-2382a1a7c7fe" providerId="ADAL" clId="{001DBCA2-68C5-4730-84F0-9509E9BBE04B}" dt="2021-09-13T09:35:45.699" v="1813" actId="1076"/>
          <ac:grpSpMkLst>
            <pc:docMk/>
            <pc:sldMk cId="475225861" sldId="1449"/>
            <ac:grpSpMk id="2" creationId="{DAC99AB9-9021-4C28-BF89-A158CAD323A2}"/>
          </ac:grpSpMkLst>
        </pc:grpChg>
      </pc:sldChg>
      <pc:sldChg chg="addSp delSp modSp mod modClrScheme chgLayout">
        <pc:chgData name="林 芷歆" userId="45b96cb2-62ac-45c6-b1a7-2382a1a7c7fe" providerId="ADAL" clId="{001DBCA2-68C5-4730-84F0-9509E9BBE04B}" dt="2021-09-13T10:13:09.309" v="2086" actId="255"/>
        <pc:sldMkLst>
          <pc:docMk/>
          <pc:sldMk cId="348484719" sldId="3324"/>
        </pc:sldMkLst>
        <pc:spChg chg="del mod">
          <ac:chgData name="林 芷歆" userId="45b96cb2-62ac-45c6-b1a7-2382a1a7c7fe" providerId="ADAL" clId="{001DBCA2-68C5-4730-84F0-9509E9BBE04B}" dt="2021-09-13T03:38:03.500" v="638" actId="478"/>
          <ac:spMkLst>
            <pc:docMk/>
            <pc:sldMk cId="348484719" sldId="3324"/>
            <ac:spMk id="2" creationId="{00000000-0000-0000-0000-000000000000}"/>
          </ac:spMkLst>
        </pc:spChg>
        <pc:spChg chg="del">
          <ac:chgData name="林 芷歆" userId="45b96cb2-62ac-45c6-b1a7-2382a1a7c7fe" providerId="ADAL" clId="{001DBCA2-68C5-4730-84F0-9509E9BBE04B}" dt="2021-09-13T02:34:26.136" v="144" actId="478"/>
          <ac:spMkLst>
            <pc:docMk/>
            <pc:sldMk cId="348484719" sldId="3324"/>
            <ac:spMk id="4" creationId="{898F2FF3-11B5-4755-B2ED-6F26329BD65D}"/>
          </ac:spMkLst>
        </pc:spChg>
        <pc:spChg chg="add del mod ord">
          <ac:chgData name="林 芷歆" userId="45b96cb2-62ac-45c6-b1a7-2382a1a7c7fe" providerId="ADAL" clId="{001DBCA2-68C5-4730-84F0-9509E9BBE04B}" dt="2021-09-13T03:38:27.602" v="647" actId="478"/>
          <ac:spMkLst>
            <pc:docMk/>
            <pc:sldMk cId="348484719" sldId="3324"/>
            <ac:spMk id="6" creationId="{D7B4D5F7-9B9D-4ABB-AC67-AE4023B31C9E}"/>
          </ac:spMkLst>
        </pc:spChg>
        <pc:spChg chg="mod">
          <ac:chgData name="林 芷歆" userId="45b96cb2-62ac-45c6-b1a7-2382a1a7c7fe" providerId="ADAL" clId="{001DBCA2-68C5-4730-84F0-9509E9BBE04B}" dt="2021-09-13T09:43:53.865" v="1875" actId="255"/>
          <ac:spMkLst>
            <pc:docMk/>
            <pc:sldMk cId="348484719" sldId="3324"/>
            <ac:spMk id="7" creationId="{D34899B2-A253-494D-B0B9-E1B2475984E0}"/>
          </ac:spMkLst>
        </pc:spChg>
        <pc:spChg chg="del">
          <ac:chgData name="林 芷歆" userId="45b96cb2-62ac-45c6-b1a7-2382a1a7c7fe" providerId="ADAL" clId="{001DBCA2-68C5-4730-84F0-9509E9BBE04B}" dt="2021-09-13T02:47:28.989" v="312" actId="478"/>
          <ac:spMkLst>
            <pc:docMk/>
            <pc:sldMk cId="348484719" sldId="3324"/>
            <ac:spMk id="8" creationId="{B0E0CD38-9A5E-4E73-96A1-1CF16863B629}"/>
          </ac:spMkLst>
        </pc:spChg>
        <pc:spChg chg="add del mod ord">
          <ac:chgData name="林 芷歆" userId="45b96cb2-62ac-45c6-b1a7-2382a1a7c7fe" providerId="ADAL" clId="{001DBCA2-68C5-4730-84F0-9509E9BBE04B}" dt="2021-09-13T03:38:29.137" v="648" actId="478"/>
          <ac:spMkLst>
            <pc:docMk/>
            <pc:sldMk cId="348484719" sldId="3324"/>
            <ac:spMk id="9" creationId="{9F77AB39-6E1F-47A5-9A9D-9A48297C695A}"/>
          </ac:spMkLst>
        </pc:spChg>
        <pc:spChg chg="mod">
          <ac:chgData name="林 芷歆" userId="45b96cb2-62ac-45c6-b1a7-2382a1a7c7fe" providerId="ADAL" clId="{001DBCA2-68C5-4730-84F0-9509E9BBE04B}" dt="2021-09-13T09:43:53.865" v="1875" actId="255"/>
          <ac:spMkLst>
            <pc:docMk/>
            <pc:sldMk cId="348484719" sldId="3324"/>
            <ac:spMk id="18" creationId="{644F7018-9563-4E55-BB8E-7C8108E159D8}"/>
          </ac:spMkLst>
        </pc:spChg>
        <pc:spChg chg="mod">
          <ac:chgData name="林 芷歆" userId="45b96cb2-62ac-45c6-b1a7-2382a1a7c7fe" providerId="ADAL" clId="{001DBCA2-68C5-4730-84F0-9509E9BBE04B}" dt="2021-09-13T09:43:53.865" v="1875" actId="255"/>
          <ac:spMkLst>
            <pc:docMk/>
            <pc:sldMk cId="348484719" sldId="3324"/>
            <ac:spMk id="19" creationId="{EED1F797-B129-457A-9AC2-8DC2103A0E51}"/>
          </ac:spMkLst>
        </pc:spChg>
        <pc:spChg chg="mod">
          <ac:chgData name="林 芷歆" userId="45b96cb2-62ac-45c6-b1a7-2382a1a7c7fe" providerId="ADAL" clId="{001DBCA2-68C5-4730-84F0-9509E9BBE04B}" dt="2021-09-13T09:43:53.865" v="1875" actId="255"/>
          <ac:spMkLst>
            <pc:docMk/>
            <pc:sldMk cId="348484719" sldId="3324"/>
            <ac:spMk id="20" creationId="{F9369E4B-751C-444F-A03C-3079218C743C}"/>
          </ac:spMkLst>
        </pc:spChg>
        <pc:spChg chg="mod">
          <ac:chgData name="林 芷歆" userId="45b96cb2-62ac-45c6-b1a7-2382a1a7c7fe" providerId="ADAL" clId="{001DBCA2-68C5-4730-84F0-9509E9BBE04B}" dt="2021-09-13T09:44:47.522" v="1884" actId="255"/>
          <ac:spMkLst>
            <pc:docMk/>
            <pc:sldMk cId="348484719" sldId="3324"/>
            <ac:spMk id="22" creationId="{E688DADD-F12F-4D0A-A015-AE1247D27D42}"/>
          </ac:spMkLst>
        </pc:spChg>
        <pc:spChg chg="mod">
          <ac:chgData name="林 芷歆" userId="45b96cb2-62ac-45c6-b1a7-2382a1a7c7fe" providerId="ADAL" clId="{001DBCA2-68C5-4730-84F0-9509E9BBE04B}" dt="2021-09-13T09:44:47.522" v="1884" actId="255"/>
          <ac:spMkLst>
            <pc:docMk/>
            <pc:sldMk cId="348484719" sldId="3324"/>
            <ac:spMk id="23" creationId="{AFF81322-A8C6-4FC4-9C66-AC774B9A3288}"/>
          </ac:spMkLst>
        </pc:spChg>
        <pc:spChg chg="add mod">
          <ac:chgData name="林 芷歆" userId="45b96cb2-62ac-45c6-b1a7-2382a1a7c7fe" providerId="ADAL" clId="{001DBCA2-68C5-4730-84F0-9509E9BBE04B}" dt="2021-09-13T09:44:16.306" v="1879" actId="1037"/>
          <ac:spMkLst>
            <pc:docMk/>
            <pc:sldMk cId="348484719" sldId="3324"/>
            <ac:spMk id="24" creationId="{6730EE1B-0970-49F4-B1F3-8B6F17B50927}"/>
          </ac:spMkLst>
        </pc:spChg>
        <pc:spChg chg="mod">
          <ac:chgData name="林 芷歆" userId="45b96cb2-62ac-45c6-b1a7-2382a1a7c7fe" providerId="ADAL" clId="{001DBCA2-68C5-4730-84F0-9509E9BBE04B}" dt="2021-09-13T09:44:47.522" v="1884" actId="255"/>
          <ac:spMkLst>
            <pc:docMk/>
            <pc:sldMk cId="348484719" sldId="3324"/>
            <ac:spMk id="25" creationId="{1A7853B3-24EF-4C92-B31B-222000B3F9DF}"/>
          </ac:spMkLst>
        </pc:spChg>
        <pc:spChg chg="mod">
          <ac:chgData name="林 芷歆" userId="45b96cb2-62ac-45c6-b1a7-2382a1a7c7fe" providerId="ADAL" clId="{001DBCA2-68C5-4730-84F0-9509E9BBE04B}" dt="2021-09-13T09:44:47.522" v="1884" actId="255"/>
          <ac:spMkLst>
            <pc:docMk/>
            <pc:sldMk cId="348484719" sldId="3324"/>
            <ac:spMk id="26" creationId="{07EE80BC-53FB-4F30-9053-E3BDC82C8067}"/>
          </ac:spMkLst>
        </pc:spChg>
        <pc:spChg chg="add del mod">
          <ac:chgData name="林 芷歆" userId="45b96cb2-62ac-45c6-b1a7-2382a1a7c7fe" providerId="ADAL" clId="{001DBCA2-68C5-4730-84F0-9509E9BBE04B}" dt="2021-09-13T02:29:22.737" v="98" actId="478"/>
          <ac:spMkLst>
            <pc:docMk/>
            <pc:sldMk cId="348484719" sldId="3324"/>
            <ac:spMk id="27" creationId="{74FC4A6C-B53E-45A3-8ED8-C3C688002241}"/>
          </ac:spMkLst>
        </pc:spChg>
        <pc:spChg chg="add del mod">
          <ac:chgData name="林 芷歆" userId="45b96cb2-62ac-45c6-b1a7-2382a1a7c7fe" providerId="ADAL" clId="{001DBCA2-68C5-4730-84F0-9509E9BBE04B}" dt="2021-09-13T06:50:16.615" v="1505" actId="478"/>
          <ac:spMkLst>
            <pc:docMk/>
            <pc:sldMk cId="348484719" sldId="3324"/>
            <ac:spMk id="27" creationId="{A460DA46-9539-4C07-9907-EBF83482806B}"/>
          </ac:spMkLst>
        </pc:spChg>
        <pc:spChg chg="add mod ord">
          <ac:chgData name="林 芷歆" userId="45b96cb2-62ac-45c6-b1a7-2382a1a7c7fe" providerId="ADAL" clId="{001DBCA2-68C5-4730-84F0-9509E9BBE04B}" dt="2021-09-13T04:14:43.233" v="1235" actId="1076"/>
          <ac:spMkLst>
            <pc:docMk/>
            <pc:sldMk cId="348484719" sldId="3324"/>
            <ac:spMk id="28" creationId="{5EBE7E14-F5C8-469B-9736-4F76FE5659BD}"/>
          </ac:spMkLst>
        </pc:spChg>
        <pc:spChg chg="add del mod">
          <ac:chgData name="林 芷歆" userId="45b96cb2-62ac-45c6-b1a7-2382a1a7c7fe" providerId="ADAL" clId="{001DBCA2-68C5-4730-84F0-9509E9BBE04B}" dt="2021-09-13T03:38:08.255" v="640"/>
          <ac:spMkLst>
            <pc:docMk/>
            <pc:sldMk cId="348484719" sldId="3324"/>
            <ac:spMk id="29" creationId="{0797038D-2C9F-41F9-9107-2BD866D8AD31}"/>
          </ac:spMkLst>
        </pc:spChg>
        <pc:spChg chg="mod">
          <ac:chgData name="林 芷歆" userId="45b96cb2-62ac-45c6-b1a7-2382a1a7c7fe" providerId="ADAL" clId="{001DBCA2-68C5-4730-84F0-9509E9BBE04B}" dt="2021-09-13T07:32:58.576" v="1686" actId="1035"/>
          <ac:spMkLst>
            <pc:docMk/>
            <pc:sldMk cId="348484719" sldId="3324"/>
            <ac:spMk id="30" creationId="{D1E0E92A-F76A-4BE0-8DA9-FC47C88D34AF}"/>
          </ac:spMkLst>
        </pc:spChg>
        <pc:spChg chg="mod">
          <ac:chgData name="林 芷歆" userId="45b96cb2-62ac-45c6-b1a7-2382a1a7c7fe" providerId="ADAL" clId="{001DBCA2-68C5-4730-84F0-9509E9BBE04B}" dt="2021-09-13T07:32:58.576" v="1686" actId="1035"/>
          <ac:spMkLst>
            <pc:docMk/>
            <pc:sldMk cId="348484719" sldId="3324"/>
            <ac:spMk id="31" creationId="{BD802FAD-1A02-44A3-A37D-C0391464C622}"/>
          </ac:spMkLst>
        </pc:spChg>
        <pc:spChg chg="mod">
          <ac:chgData name="林 芷歆" userId="45b96cb2-62ac-45c6-b1a7-2382a1a7c7fe" providerId="ADAL" clId="{001DBCA2-68C5-4730-84F0-9509E9BBE04B}" dt="2021-09-13T09:44:35.470" v="1882" actId="1076"/>
          <ac:spMkLst>
            <pc:docMk/>
            <pc:sldMk cId="348484719" sldId="3324"/>
            <ac:spMk id="32" creationId="{B2FB4B5D-E911-43A7-A7AD-6384924A102F}"/>
          </ac:spMkLst>
        </pc:spChg>
        <pc:spChg chg="add del mod">
          <ac:chgData name="林 芷歆" userId="45b96cb2-62ac-45c6-b1a7-2382a1a7c7fe" providerId="ADAL" clId="{001DBCA2-68C5-4730-84F0-9509E9BBE04B}" dt="2021-09-13T10:13:09.309" v="2086" actId="255"/>
          <ac:spMkLst>
            <pc:docMk/>
            <pc:sldMk cId="348484719" sldId="3324"/>
            <ac:spMk id="33" creationId="{D09DE3D8-E3B0-4D11-AA04-CF703AE001E1}"/>
          </ac:spMkLst>
        </pc:spChg>
        <pc:spChg chg="mod">
          <ac:chgData name="林 芷歆" userId="45b96cb2-62ac-45c6-b1a7-2382a1a7c7fe" providerId="ADAL" clId="{001DBCA2-68C5-4730-84F0-9509E9BBE04B}" dt="2021-09-13T07:32:58.576" v="1686" actId="1035"/>
          <ac:spMkLst>
            <pc:docMk/>
            <pc:sldMk cId="348484719" sldId="3324"/>
            <ac:spMk id="34" creationId="{CC8F1AF3-0734-4F35-8532-C5D23F1B4C82}"/>
          </ac:spMkLst>
        </pc:spChg>
        <pc:spChg chg="mod">
          <ac:chgData name="林 芷歆" userId="45b96cb2-62ac-45c6-b1a7-2382a1a7c7fe" providerId="ADAL" clId="{001DBCA2-68C5-4730-84F0-9509E9BBE04B}" dt="2021-09-13T07:32:58.576" v="1686" actId="1035"/>
          <ac:spMkLst>
            <pc:docMk/>
            <pc:sldMk cId="348484719" sldId="3324"/>
            <ac:spMk id="35" creationId="{9328EDEA-1B49-4FB9-B178-D6B8FA74D13D}"/>
          </ac:spMkLst>
        </pc:spChg>
        <pc:spChg chg="mod">
          <ac:chgData name="林 芷歆" userId="45b96cb2-62ac-45c6-b1a7-2382a1a7c7fe" providerId="ADAL" clId="{001DBCA2-68C5-4730-84F0-9509E9BBE04B}" dt="2021-09-13T09:43:53.865" v="1875" actId="255"/>
          <ac:spMkLst>
            <pc:docMk/>
            <pc:sldMk cId="348484719" sldId="3324"/>
            <ac:spMk id="41" creationId="{69A7F9CF-1539-4C2F-9122-6CDBFD97FF8C}"/>
          </ac:spMkLst>
        </pc:spChg>
        <pc:spChg chg="mod">
          <ac:chgData name="林 芷歆" userId="45b96cb2-62ac-45c6-b1a7-2382a1a7c7fe" providerId="ADAL" clId="{001DBCA2-68C5-4730-84F0-9509E9BBE04B}" dt="2021-09-13T09:44:47.522" v="1884" actId="255"/>
          <ac:spMkLst>
            <pc:docMk/>
            <pc:sldMk cId="348484719" sldId="3324"/>
            <ac:spMk id="42" creationId="{AF59AB25-F0F7-4366-BAA9-E940EFFE2DAF}"/>
          </ac:spMkLst>
        </pc:spChg>
        <pc:spChg chg="mod">
          <ac:chgData name="林 芷歆" userId="45b96cb2-62ac-45c6-b1a7-2382a1a7c7fe" providerId="ADAL" clId="{001DBCA2-68C5-4730-84F0-9509E9BBE04B}" dt="2021-09-13T09:44:47.522" v="1884" actId="255"/>
          <ac:spMkLst>
            <pc:docMk/>
            <pc:sldMk cId="348484719" sldId="3324"/>
            <ac:spMk id="43" creationId="{ACF01477-A02D-4437-BFC2-44190A222824}"/>
          </ac:spMkLst>
        </pc:spChg>
        <pc:spChg chg="mod">
          <ac:chgData name="林 芷歆" userId="45b96cb2-62ac-45c6-b1a7-2382a1a7c7fe" providerId="ADAL" clId="{001DBCA2-68C5-4730-84F0-9509E9BBE04B}" dt="2021-09-13T09:44:47.522" v="1884" actId="255"/>
          <ac:spMkLst>
            <pc:docMk/>
            <pc:sldMk cId="348484719" sldId="3324"/>
            <ac:spMk id="44" creationId="{31806387-DD42-4118-88DA-18DBB7E88AC0}"/>
          </ac:spMkLst>
        </pc:spChg>
        <pc:spChg chg="mod">
          <ac:chgData name="林 芷歆" userId="45b96cb2-62ac-45c6-b1a7-2382a1a7c7fe" providerId="ADAL" clId="{001DBCA2-68C5-4730-84F0-9509E9BBE04B}" dt="2021-09-13T09:44:37.760" v="1883" actId="1076"/>
          <ac:spMkLst>
            <pc:docMk/>
            <pc:sldMk cId="348484719" sldId="3324"/>
            <ac:spMk id="47" creationId="{0962F1F7-B84F-4BDD-801A-6FF8B2FE0633}"/>
          </ac:spMkLst>
        </pc:spChg>
        <pc:picChg chg="add del mod">
          <ac:chgData name="林 芷歆" userId="45b96cb2-62ac-45c6-b1a7-2382a1a7c7fe" providerId="ADAL" clId="{001DBCA2-68C5-4730-84F0-9509E9BBE04B}" dt="2021-09-13T03:38:18.855" v="644"/>
          <ac:picMkLst>
            <pc:docMk/>
            <pc:sldMk cId="348484719" sldId="3324"/>
            <ac:picMk id="5" creationId="{3080D5AB-8C8C-4F9C-B08B-B3EDB6EAE612}"/>
          </ac:picMkLst>
        </pc:picChg>
      </pc:sldChg>
      <pc:sldChg chg="addSp delSp modSp mod">
        <pc:chgData name="林 芷歆" userId="45b96cb2-62ac-45c6-b1a7-2382a1a7c7fe" providerId="ADAL" clId="{001DBCA2-68C5-4730-84F0-9509E9BBE04B}" dt="2021-09-13T10:12:53.918" v="2084" actId="255"/>
        <pc:sldMkLst>
          <pc:docMk/>
          <pc:sldMk cId="2789837056" sldId="3325"/>
        </pc:sldMkLst>
        <pc:spChg chg="del mod">
          <ac:chgData name="林 芷歆" userId="45b96cb2-62ac-45c6-b1a7-2382a1a7c7fe" providerId="ADAL" clId="{001DBCA2-68C5-4730-84F0-9509E9BBE04B}" dt="2021-09-13T02:34:29.390" v="146" actId="478"/>
          <ac:spMkLst>
            <pc:docMk/>
            <pc:sldMk cId="2789837056" sldId="3325"/>
            <ac:spMk id="2" creationId="{0D28A2FE-A4E0-4355-81DB-4223D0C14471}"/>
          </ac:spMkLst>
        </pc:spChg>
        <pc:spChg chg="add del mod">
          <ac:chgData name="林 芷歆" userId="45b96cb2-62ac-45c6-b1a7-2382a1a7c7fe" providerId="ADAL" clId="{001DBCA2-68C5-4730-84F0-9509E9BBE04B}" dt="2021-09-13T02:39:22.357" v="217" actId="478"/>
          <ac:spMkLst>
            <pc:docMk/>
            <pc:sldMk cId="2789837056" sldId="3325"/>
            <ac:spMk id="3" creationId="{8F4748EE-3ADC-4CFE-8F7A-AB46EC19F713}"/>
          </ac:spMkLst>
        </pc:spChg>
        <pc:spChg chg="add del">
          <ac:chgData name="林 芷歆" userId="45b96cb2-62ac-45c6-b1a7-2382a1a7c7fe" providerId="ADAL" clId="{001DBCA2-68C5-4730-84F0-9509E9BBE04B}" dt="2021-09-13T03:58:20.912" v="951" actId="478"/>
          <ac:spMkLst>
            <pc:docMk/>
            <pc:sldMk cId="2789837056" sldId="3325"/>
            <ac:spMk id="4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9:42:03.831" v="1846" actId="255"/>
          <ac:spMkLst>
            <pc:docMk/>
            <pc:sldMk cId="2789837056" sldId="3325"/>
            <ac:spMk id="17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9:42:03.831" v="1846" actId="255"/>
          <ac:spMkLst>
            <pc:docMk/>
            <pc:sldMk cId="2789837056" sldId="3325"/>
            <ac:spMk id="18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9:42:17.934" v="1847" actId="20577"/>
          <ac:spMkLst>
            <pc:docMk/>
            <pc:sldMk cId="2789837056" sldId="3325"/>
            <ac:spMk id="19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9:42:03.831" v="1846" actId="255"/>
          <ac:spMkLst>
            <pc:docMk/>
            <pc:sldMk cId="2789837056" sldId="3325"/>
            <ac:spMk id="20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9:43:40.552" v="1874" actId="255"/>
          <ac:spMkLst>
            <pc:docMk/>
            <pc:sldMk cId="2789837056" sldId="3325"/>
            <ac:spMk id="21" creationId="{00000000-0000-0000-0000-000000000000}"/>
          </ac:spMkLst>
        </pc:spChg>
        <pc:spChg chg="del">
          <ac:chgData name="林 芷歆" userId="45b96cb2-62ac-45c6-b1a7-2382a1a7c7fe" providerId="ADAL" clId="{001DBCA2-68C5-4730-84F0-9509E9BBE04B}" dt="2021-09-13T02:47:07.625" v="306" actId="478"/>
          <ac:spMkLst>
            <pc:docMk/>
            <pc:sldMk cId="2789837056" sldId="3325"/>
            <ac:spMk id="22" creationId="{9437D80F-7B2B-4F95-B983-5D6D37291EBE}"/>
          </ac:spMkLst>
        </pc:spChg>
        <pc:spChg chg="mod">
          <ac:chgData name="林 芷歆" userId="45b96cb2-62ac-45c6-b1a7-2382a1a7c7fe" providerId="ADAL" clId="{001DBCA2-68C5-4730-84F0-9509E9BBE04B}" dt="2021-09-13T08:32:15.413" v="1798" actId="207"/>
          <ac:spMkLst>
            <pc:docMk/>
            <pc:sldMk cId="2789837056" sldId="3325"/>
            <ac:spMk id="25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3:54:07.843" v="907" actId="1076"/>
          <ac:spMkLst>
            <pc:docMk/>
            <pc:sldMk cId="2789837056" sldId="3325"/>
            <ac:spMk id="30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3:54:24.654" v="911" actId="1076"/>
          <ac:spMkLst>
            <pc:docMk/>
            <pc:sldMk cId="2789837056" sldId="3325"/>
            <ac:spMk id="31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3:54:10.543" v="908" actId="1076"/>
          <ac:spMkLst>
            <pc:docMk/>
            <pc:sldMk cId="2789837056" sldId="3325"/>
            <ac:spMk id="32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3:54:43.342" v="916" actId="1076"/>
          <ac:spMkLst>
            <pc:docMk/>
            <pc:sldMk cId="2789837056" sldId="3325"/>
            <ac:spMk id="33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3:54:13.689" v="909" actId="1076"/>
          <ac:spMkLst>
            <pc:docMk/>
            <pc:sldMk cId="2789837056" sldId="3325"/>
            <ac:spMk id="34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9:43:35.199" v="1872" actId="1076"/>
          <ac:spMkLst>
            <pc:docMk/>
            <pc:sldMk cId="2789837056" sldId="3325"/>
            <ac:spMk id="35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9:42:03.831" v="1846" actId="255"/>
          <ac:spMkLst>
            <pc:docMk/>
            <pc:sldMk cId="2789837056" sldId="3325"/>
            <ac:spMk id="39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9:42:03.831" v="1846" actId="255"/>
          <ac:spMkLst>
            <pc:docMk/>
            <pc:sldMk cId="2789837056" sldId="3325"/>
            <ac:spMk id="40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8:32:15.413" v="1798" actId="207"/>
          <ac:spMkLst>
            <pc:docMk/>
            <pc:sldMk cId="2789837056" sldId="3325"/>
            <ac:spMk id="41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9:55:47.358" v="1991" actId="1076"/>
          <ac:spMkLst>
            <pc:docMk/>
            <pc:sldMk cId="2789837056" sldId="3325"/>
            <ac:spMk id="42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9:42:36.257" v="1851" actId="1076"/>
          <ac:spMkLst>
            <pc:docMk/>
            <pc:sldMk cId="2789837056" sldId="3325"/>
            <ac:spMk id="45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9:42:33.851" v="1850" actId="1076"/>
          <ac:spMkLst>
            <pc:docMk/>
            <pc:sldMk cId="2789837056" sldId="3325"/>
            <ac:spMk id="49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8:32:15.413" v="1798" actId="207"/>
          <ac:spMkLst>
            <pc:docMk/>
            <pc:sldMk cId="2789837056" sldId="3325"/>
            <ac:spMk id="51" creationId="{00000000-0000-0000-0000-000000000000}"/>
          </ac:spMkLst>
        </pc:spChg>
        <pc:spChg chg="add del mod">
          <ac:chgData name="林 芷歆" userId="45b96cb2-62ac-45c6-b1a7-2382a1a7c7fe" providerId="ADAL" clId="{001DBCA2-68C5-4730-84F0-9509E9BBE04B}" dt="2021-09-13T03:57:11.280" v="949" actId="478"/>
          <ac:spMkLst>
            <pc:docMk/>
            <pc:sldMk cId="2789837056" sldId="3325"/>
            <ac:spMk id="56" creationId="{149CD469-781B-48F7-899A-098BCF3DB4D1}"/>
          </ac:spMkLst>
        </pc:spChg>
        <pc:spChg chg="mod">
          <ac:chgData name="林 芷歆" userId="45b96cb2-62ac-45c6-b1a7-2382a1a7c7fe" providerId="ADAL" clId="{001DBCA2-68C5-4730-84F0-9509E9BBE04B}" dt="2021-09-13T07:07:48.460" v="1570" actId="1076"/>
          <ac:spMkLst>
            <pc:docMk/>
            <pc:sldMk cId="2789837056" sldId="3325"/>
            <ac:spMk id="58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9:42:03.831" v="1846" actId="255"/>
          <ac:spMkLst>
            <pc:docMk/>
            <pc:sldMk cId="2789837056" sldId="3325"/>
            <ac:spMk id="60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9:42:03.831" v="1846" actId="255"/>
          <ac:spMkLst>
            <pc:docMk/>
            <pc:sldMk cId="2789837056" sldId="3325"/>
            <ac:spMk id="62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3:54:54.284" v="920" actId="1076"/>
          <ac:spMkLst>
            <pc:docMk/>
            <pc:sldMk cId="2789837056" sldId="3325"/>
            <ac:spMk id="64" creationId="{CB26EE18-E794-4F7C-964F-DE0D7BF09DCC}"/>
          </ac:spMkLst>
        </pc:spChg>
        <pc:spChg chg="mod">
          <ac:chgData name="林 芷歆" userId="45b96cb2-62ac-45c6-b1a7-2382a1a7c7fe" providerId="ADAL" clId="{001DBCA2-68C5-4730-84F0-9509E9BBE04B}" dt="2021-09-13T09:42:42.742" v="1854" actId="1076"/>
          <ac:spMkLst>
            <pc:docMk/>
            <pc:sldMk cId="2789837056" sldId="3325"/>
            <ac:spMk id="65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9:55:52.154" v="1992" actId="1076"/>
          <ac:spMkLst>
            <pc:docMk/>
            <pc:sldMk cId="2789837056" sldId="3325"/>
            <ac:spMk id="66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9:42:03.831" v="1846" actId="255"/>
          <ac:spMkLst>
            <pc:docMk/>
            <pc:sldMk cId="2789837056" sldId="3325"/>
            <ac:spMk id="67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9:42:21.166" v="1848" actId="20577"/>
          <ac:spMkLst>
            <pc:docMk/>
            <pc:sldMk cId="2789837056" sldId="3325"/>
            <ac:spMk id="73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9:42:38.716" v="1852" actId="1076"/>
          <ac:spMkLst>
            <pc:docMk/>
            <pc:sldMk cId="2789837056" sldId="3325"/>
            <ac:spMk id="75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9:42:57.806" v="1860" actId="1076"/>
          <ac:spMkLst>
            <pc:docMk/>
            <pc:sldMk cId="2789837056" sldId="3325"/>
            <ac:spMk id="76" creationId="{2DF215EB-D0A6-48DD-B7C8-F12D2C355215}"/>
          </ac:spMkLst>
        </pc:spChg>
        <pc:spChg chg="add del mod">
          <ac:chgData name="林 芷歆" userId="45b96cb2-62ac-45c6-b1a7-2382a1a7c7fe" providerId="ADAL" clId="{001DBCA2-68C5-4730-84F0-9509E9BBE04B}" dt="2021-09-13T02:30:23.985" v="105" actId="478"/>
          <ac:spMkLst>
            <pc:docMk/>
            <pc:sldMk cId="2789837056" sldId="3325"/>
            <ac:spMk id="77" creationId="{42C3720D-D055-452D-8A8B-8358FF6069D6}"/>
          </ac:spMkLst>
        </pc:spChg>
        <pc:spChg chg="mod">
          <ac:chgData name="林 芷歆" userId="45b96cb2-62ac-45c6-b1a7-2382a1a7c7fe" providerId="ADAL" clId="{001DBCA2-68C5-4730-84F0-9509E9BBE04B}" dt="2021-09-13T09:43:15.620" v="1866" actId="1076"/>
          <ac:spMkLst>
            <pc:docMk/>
            <pc:sldMk cId="2789837056" sldId="3325"/>
            <ac:spMk id="78" creationId="{13E5BCEA-FBAE-43FA-A7AF-BC465CAB6301}"/>
          </ac:spMkLst>
        </pc:spChg>
        <pc:spChg chg="mod ord">
          <ac:chgData name="林 芷歆" userId="45b96cb2-62ac-45c6-b1a7-2382a1a7c7fe" providerId="ADAL" clId="{001DBCA2-68C5-4730-84F0-9509E9BBE04B}" dt="2021-09-13T09:55:36.480" v="1990" actId="166"/>
          <ac:spMkLst>
            <pc:docMk/>
            <pc:sldMk cId="2789837056" sldId="3325"/>
            <ac:spMk id="79" creationId="{F5B21EFF-CDD8-4365-9B52-4779AD774D2E}"/>
          </ac:spMkLst>
        </pc:spChg>
        <pc:spChg chg="mod">
          <ac:chgData name="林 芷歆" userId="45b96cb2-62ac-45c6-b1a7-2382a1a7c7fe" providerId="ADAL" clId="{001DBCA2-68C5-4730-84F0-9509E9BBE04B}" dt="2021-09-13T09:43:26.843" v="1870" actId="1076"/>
          <ac:spMkLst>
            <pc:docMk/>
            <pc:sldMk cId="2789837056" sldId="3325"/>
            <ac:spMk id="80" creationId="{759E0F73-045A-4068-9733-9F5B34AAFDD2}"/>
          </ac:spMkLst>
        </pc:spChg>
        <pc:spChg chg="add mod ord">
          <ac:chgData name="林 芷歆" userId="45b96cb2-62ac-45c6-b1a7-2382a1a7c7fe" providerId="ADAL" clId="{001DBCA2-68C5-4730-84F0-9509E9BBE04B}" dt="2021-09-13T06:51:43.333" v="1513" actId="1076"/>
          <ac:spMkLst>
            <pc:docMk/>
            <pc:sldMk cId="2789837056" sldId="3325"/>
            <ac:spMk id="81" creationId="{E5E6DB23-970B-46A6-A46C-93AF26886B62}"/>
          </ac:spMkLst>
        </pc:spChg>
        <pc:spChg chg="mod">
          <ac:chgData name="林 芷歆" userId="45b96cb2-62ac-45c6-b1a7-2382a1a7c7fe" providerId="ADAL" clId="{001DBCA2-68C5-4730-84F0-9509E9BBE04B}" dt="2021-09-13T09:43:09.836" v="1864" actId="1076"/>
          <ac:spMkLst>
            <pc:docMk/>
            <pc:sldMk cId="2789837056" sldId="3325"/>
            <ac:spMk id="82" creationId="{9277B56B-E904-444B-AE64-E8B71DFDD618}"/>
          </ac:spMkLst>
        </pc:spChg>
        <pc:spChg chg="mod">
          <ac:chgData name="林 芷歆" userId="45b96cb2-62ac-45c6-b1a7-2382a1a7c7fe" providerId="ADAL" clId="{001DBCA2-68C5-4730-84F0-9509E9BBE04B}" dt="2021-09-13T02:38:23.962" v="206" actId="1076"/>
          <ac:spMkLst>
            <pc:docMk/>
            <pc:sldMk cId="2789837056" sldId="3325"/>
            <ac:spMk id="84" creationId="{CD5623CD-E07C-4D49-A418-86EAF00417F2}"/>
          </ac:spMkLst>
        </pc:spChg>
        <pc:spChg chg="mod">
          <ac:chgData name="林 芷歆" userId="45b96cb2-62ac-45c6-b1a7-2382a1a7c7fe" providerId="ADAL" clId="{001DBCA2-68C5-4730-84F0-9509E9BBE04B}" dt="2021-09-13T02:38:23.962" v="206" actId="1076"/>
          <ac:spMkLst>
            <pc:docMk/>
            <pc:sldMk cId="2789837056" sldId="3325"/>
            <ac:spMk id="85" creationId="{BDB6449B-4BA2-4E18-B965-E325BC67AD70}"/>
          </ac:spMkLst>
        </pc:spChg>
        <pc:spChg chg="mod">
          <ac:chgData name="林 芷歆" userId="45b96cb2-62ac-45c6-b1a7-2382a1a7c7fe" providerId="ADAL" clId="{001DBCA2-68C5-4730-84F0-9509E9BBE04B}" dt="2021-09-13T09:43:02.820" v="1863" actId="1076"/>
          <ac:spMkLst>
            <pc:docMk/>
            <pc:sldMk cId="2789837056" sldId="3325"/>
            <ac:spMk id="87" creationId="{2B5C3E75-7EFE-4686-8FE2-03122B1FA511}"/>
          </ac:spMkLst>
        </pc:spChg>
        <pc:spChg chg="add mod">
          <ac:chgData name="林 芷歆" userId="45b96cb2-62ac-45c6-b1a7-2382a1a7c7fe" providerId="ADAL" clId="{001DBCA2-68C5-4730-84F0-9509E9BBE04B}" dt="2021-09-13T03:14:06.917" v="518" actId="1037"/>
          <ac:spMkLst>
            <pc:docMk/>
            <pc:sldMk cId="2789837056" sldId="3325"/>
            <ac:spMk id="88" creationId="{30DC9D26-F37E-461D-9B44-1B7EBDE15699}"/>
          </ac:spMkLst>
        </pc:spChg>
        <pc:spChg chg="del mod">
          <ac:chgData name="林 芷歆" userId="45b96cb2-62ac-45c6-b1a7-2382a1a7c7fe" providerId="ADAL" clId="{001DBCA2-68C5-4730-84F0-9509E9BBE04B}" dt="2021-09-13T03:10:22.786" v="470" actId="478"/>
          <ac:spMkLst>
            <pc:docMk/>
            <pc:sldMk cId="2789837056" sldId="3325"/>
            <ac:spMk id="89" creationId="{38315EC3-8F60-4382-A275-EF41186910D9}"/>
          </ac:spMkLst>
        </pc:spChg>
        <pc:spChg chg="mod">
          <ac:chgData name="林 芷歆" userId="45b96cb2-62ac-45c6-b1a7-2382a1a7c7fe" providerId="ADAL" clId="{001DBCA2-68C5-4730-84F0-9509E9BBE04B}" dt="2021-09-13T02:38:45.334" v="211" actId="1076"/>
          <ac:spMkLst>
            <pc:docMk/>
            <pc:sldMk cId="2789837056" sldId="3325"/>
            <ac:spMk id="90" creationId="{F167C290-0157-46A2-A0BA-89703D811CF2}"/>
          </ac:spMkLst>
        </pc:spChg>
        <pc:spChg chg="del mod">
          <ac:chgData name="林 芷歆" userId="45b96cb2-62ac-45c6-b1a7-2382a1a7c7fe" providerId="ADAL" clId="{001DBCA2-68C5-4730-84F0-9509E9BBE04B}" dt="2021-09-13T03:10:30.776" v="473" actId="478"/>
          <ac:spMkLst>
            <pc:docMk/>
            <pc:sldMk cId="2789837056" sldId="3325"/>
            <ac:spMk id="91" creationId="{45014934-EB28-4246-A6CB-D1E32E431FCA}"/>
          </ac:spMkLst>
        </pc:spChg>
        <pc:spChg chg="add del mod">
          <ac:chgData name="林 芷歆" userId="45b96cb2-62ac-45c6-b1a7-2382a1a7c7fe" providerId="ADAL" clId="{001DBCA2-68C5-4730-84F0-9509E9BBE04B}" dt="2021-09-13T02:47:13.138" v="308"/>
          <ac:spMkLst>
            <pc:docMk/>
            <pc:sldMk cId="2789837056" sldId="3325"/>
            <ac:spMk id="92" creationId="{CD6C97E6-1DB5-472F-8933-B2C0F94CD95B}"/>
          </ac:spMkLst>
        </pc:spChg>
        <pc:spChg chg="add mod">
          <ac:chgData name="林 芷歆" userId="45b96cb2-62ac-45c6-b1a7-2382a1a7c7fe" providerId="ADAL" clId="{001DBCA2-68C5-4730-84F0-9509E9BBE04B}" dt="2021-09-13T02:47:24.926" v="311"/>
          <ac:spMkLst>
            <pc:docMk/>
            <pc:sldMk cId="2789837056" sldId="3325"/>
            <ac:spMk id="93" creationId="{C1BB0DDC-5920-4E6F-B07B-AB0CA97366E5}"/>
          </ac:spMkLst>
        </pc:spChg>
        <pc:spChg chg="add mod ord">
          <ac:chgData name="林 芷歆" userId="45b96cb2-62ac-45c6-b1a7-2382a1a7c7fe" providerId="ADAL" clId="{001DBCA2-68C5-4730-84F0-9509E9BBE04B}" dt="2021-09-13T03:10:37.272" v="475" actId="167"/>
          <ac:spMkLst>
            <pc:docMk/>
            <pc:sldMk cId="2789837056" sldId="3325"/>
            <ac:spMk id="94" creationId="{3E0AB1B2-9ACA-4493-BDF6-E6D4E1DA2CAC}"/>
          </ac:spMkLst>
        </pc:spChg>
        <pc:spChg chg="add mod ord">
          <ac:chgData name="林 芷歆" userId="45b96cb2-62ac-45c6-b1a7-2382a1a7c7fe" providerId="ADAL" clId="{001DBCA2-68C5-4730-84F0-9509E9BBE04B}" dt="2021-09-13T03:54:50.028" v="919" actId="1076"/>
          <ac:spMkLst>
            <pc:docMk/>
            <pc:sldMk cId="2789837056" sldId="3325"/>
            <ac:spMk id="95" creationId="{EC229AAB-EC48-4D6C-A239-6C8A741F5090}"/>
          </ac:spMkLst>
        </pc:spChg>
        <pc:spChg chg="add del mod">
          <ac:chgData name="林 芷歆" userId="45b96cb2-62ac-45c6-b1a7-2382a1a7c7fe" providerId="ADAL" clId="{001DBCA2-68C5-4730-84F0-9509E9BBE04B}" dt="2021-09-13T03:57:06.771" v="948"/>
          <ac:spMkLst>
            <pc:docMk/>
            <pc:sldMk cId="2789837056" sldId="3325"/>
            <ac:spMk id="96" creationId="{69C03C69-7D01-4E53-88D7-7D34ACDDCFA8}"/>
          </ac:spMkLst>
        </pc:spChg>
        <pc:spChg chg="add del">
          <ac:chgData name="林 芷歆" userId="45b96cb2-62ac-45c6-b1a7-2382a1a7c7fe" providerId="ADAL" clId="{001DBCA2-68C5-4730-84F0-9509E9BBE04B}" dt="2021-09-13T03:58:49.929" v="958" actId="478"/>
          <ac:spMkLst>
            <pc:docMk/>
            <pc:sldMk cId="2789837056" sldId="3325"/>
            <ac:spMk id="97" creationId="{053E5130-762E-4957-AE7F-EDEDF4000DB9}"/>
          </ac:spMkLst>
        </pc:spChg>
        <pc:spChg chg="add del mod">
          <ac:chgData name="林 芷歆" userId="45b96cb2-62ac-45c6-b1a7-2382a1a7c7fe" providerId="ADAL" clId="{001DBCA2-68C5-4730-84F0-9509E9BBE04B}" dt="2021-09-13T04:00:42.707" v="1036" actId="478"/>
          <ac:spMkLst>
            <pc:docMk/>
            <pc:sldMk cId="2789837056" sldId="3325"/>
            <ac:spMk id="98" creationId="{3AD8B92D-DB49-4EE1-9244-40E195C94148}"/>
          </ac:spMkLst>
        </pc:spChg>
        <pc:spChg chg="add mod">
          <ac:chgData name="林 芷歆" userId="45b96cb2-62ac-45c6-b1a7-2382a1a7c7fe" providerId="ADAL" clId="{001DBCA2-68C5-4730-84F0-9509E9BBE04B}" dt="2021-09-13T10:12:53.918" v="2084" actId="255"/>
          <ac:spMkLst>
            <pc:docMk/>
            <pc:sldMk cId="2789837056" sldId="3325"/>
            <ac:spMk id="99" creationId="{0494046D-6B8C-4BF4-B9D5-0F165F3CD446}"/>
          </ac:spMkLst>
        </pc:spChg>
        <pc:picChg chg="mod">
          <ac:chgData name="林 芷歆" userId="45b96cb2-62ac-45c6-b1a7-2382a1a7c7fe" providerId="ADAL" clId="{001DBCA2-68C5-4730-84F0-9509E9BBE04B}" dt="2021-09-13T03:50:38.777" v="869" actId="1076"/>
          <ac:picMkLst>
            <pc:docMk/>
            <pc:sldMk cId="2789837056" sldId="3325"/>
            <ac:picMk id="5" creationId="{00000000-0000-0000-0000-000000000000}"/>
          </ac:picMkLst>
        </pc:picChg>
        <pc:picChg chg="mod">
          <ac:chgData name="林 芷歆" userId="45b96cb2-62ac-45c6-b1a7-2382a1a7c7fe" providerId="ADAL" clId="{001DBCA2-68C5-4730-84F0-9509E9BBE04B}" dt="2021-09-13T03:50:47.173" v="871" actId="1076"/>
          <ac:picMkLst>
            <pc:docMk/>
            <pc:sldMk cId="2789837056" sldId="3325"/>
            <ac:picMk id="7" creationId="{00000000-0000-0000-0000-000000000000}"/>
          </ac:picMkLst>
        </pc:picChg>
        <pc:picChg chg="mod">
          <ac:chgData name="林 芷歆" userId="45b96cb2-62ac-45c6-b1a7-2382a1a7c7fe" providerId="ADAL" clId="{001DBCA2-68C5-4730-84F0-9509E9BBE04B}" dt="2021-09-13T03:50:41.076" v="870" actId="1076"/>
          <ac:picMkLst>
            <pc:docMk/>
            <pc:sldMk cId="2789837056" sldId="3325"/>
            <ac:picMk id="8" creationId="{00000000-0000-0000-0000-000000000000}"/>
          </ac:picMkLst>
        </pc:picChg>
        <pc:picChg chg="mod">
          <ac:chgData name="林 芷歆" userId="45b96cb2-62ac-45c6-b1a7-2382a1a7c7fe" providerId="ADAL" clId="{001DBCA2-68C5-4730-84F0-9509E9BBE04B}" dt="2021-09-13T03:50:32.467" v="867" actId="1076"/>
          <ac:picMkLst>
            <pc:docMk/>
            <pc:sldMk cId="2789837056" sldId="3325"/>
            <ac:picMk id="9" creationId="{00000000-0000-0000-0000-000000000000}"/>
          </ac:picMkLst>
        </pc:picChg>
        <pc:picChg chg="mod">
          <ac:chgData name="林 芷歆" userId="45b96cb2-62ac-45c6-b1a7-2382a1a7c7fe" providerId="ADAL" clId="{001DBCA2-68C5-4730-84F0-9509E9BBE04B}" dt="2021-09-13T03:50:17.179" v="863" actId="1076"/>
          <ac:picMkLst>
            <pc:docMk/>
            <pc:sldMk cId="2789837056" sldId="3325"/>
            <ac:picMk id="10" creationId="{00000000-0000-0000-0000-000000000000}"/>
          </ac:picMkLst>
        </pc:picChg>
        <pc:picChg chg="mod">
          <ac:chgData name="林 芷歆" userId="45b96cb2-62ac-45c6-b1a7-2382a1a7c7fe" providerId="ADAL" clId="{001DBCA2-68C5-4730-84F0-9509E9BBE04B}" dt="2021-09-13T03:54:48.040" v="917" actId="1076"/>
          <ac:picMkLst>
            <pc:docMk/>
            <pc:sldMk cId="2789837056" sldId="3325"/>
            <ac:picMk id="11" creationId="{00000000-0000-0000-0000-000000000000}"/>
          </ac:picMkLst>
        </pc:picChg>
        <pc:picChg chg="mod">
          <ac:chgData name="林 芷歆" userId="45b96cb2-62ac-45c6-b1a7-2382a1a7c7fe" providerId="ADAL" clId="{001DBCA2-68C5-4730-84F0-9509E9BBE04B}" dt="2021-09-13T03:54:03.835" v="906" actId="1076"/>
          <ac:picMkLst>
            <pc:docMk/>
            <pc:sldMk cId="2789837056" sldId="3325"/>
            <ac:picMk id="12" creationId="{00000000-0000-0000-0000-000000000000}"/>
          </ac:picMkLst>
        </pc:picChg>
        <pc:picChg chg="mod">
          <ac:chgData name="林 芷歆" userId="45b96cb2-62ac-45c6-b1a7-2382a1a7c7fe" providerId="ADAL" clId="{001DBCA2-68C5-4730-84F0-9509E9BBE04B}" dt="2021-09-13T03:54:20.814" v="910" actId="1076"/>
          <ac:picMkLst>
            <pc:docMk/>
            <pc:sldMk cId="2789837056" sldId="3325"/>
            <ac:picMk id="13" creationId="{00000000-0000-0000-0000-000000000000}"/>
          </ac:picMkLst>
        </pc:picChg>
        <pc:picChg chg="mod">
          <ac:chgData name="林 芷歆" userId="45b96cb2-62ac-45c6-b1a7-2382a1a7c7fe" providerId="ADAL" clId="{001DBCA2-68C5-4730-84F0-9509E9BBE04B}" dt="2021-09-13T03:54:00.574" v="905" actId="1076"/>
          <ac:picMkLst>
            <pc:docMk/>
            <pc:sldMk cId="2789837056" sldId="3325"/>
            <ac:picMk id="14" creationId="{00000000-0000-0000-0000-000000000000}"/>
          </ac:picMkLst>
        </pc:picChg>
        <pc:picChg chg="mod">
          <ac:chgData name="林 芷歆" userId="45b96cb2-62ac-45c6-b1a7-2382a1a7c7fe" providerId="ADAL" clId="{001DBCA2-68C5-4730-84F0-9509E9BBE04B}" dt="2021-09-13T03:53:51.685" v="904" actId="14100"/>
          <ac:picMkLst>
            <pc:docMk/>
            <pc:sldMk cId="2789837056" sldId="3325"/>
            <ac:picMk id="15" creationId="{00000000-0000-0000-0000-000000000000}"/>
          </ac:picMkLst>
        </pc:picChg>
        <pc:picChg chg="mod">
          <ac:chgData name="林 芷歆" userId="45b96cb2-62ac-45c6-b1a7-2382a1a7c7fe" providerId="ADAL" clId="{001DBCA2-68C5-4730-84F0-9509E9BBE04B}" dt="2021-09-13T09:43:09.836" v="1864" actId="1076"/>
          <ac:picMkLst>
            <pc:docMk/>
            <pc:sldMk cId="2789837056" sldId="3325"/>
            <ac:picMk id="24" creationId="{D2778BBD-7DE7-44A2-9810-3E0AE7C3FC24}"/>
          </ac:picMkLst>
        </pc:picChg>
        <pc:picChg chg="mod">
          <ac:chgData name="林 芷歆" userId="45b96cb2-62ac-45c6-b1a7-2382a1a7c7fe" providerId="ADAL" clId="{001DBCA2-68C5-4730-84F0-9509E9BBE04B}" dt="2021-09-13T03:51:28.928" v="882" actId="1076"/>
          <ac:picMkLst>
            <pc:docMk/>
            <pc:sldMk cId="2789837056" sldId="3325"/>
            <ac:picMk id="36" creationId="{00000000-0000-0000-0000-000000000000}"/>
          </ac:picMkLst>
        </pc:picChg>
        <pc:picChg chg="mod">
          <ac:chgData name="林 芷歆" userId="45b96cb2-62ac-45c6-b1a7-2382a1a7c7fe" providerId="ADAL" clId="{001DBCA2-68C5-4730-84F0-9509E9BBE04B}" dt="2021-09-13T03:55:08.974" v="924" actId="14100"/>
          <ac:picMkLst>
            <pc:docMk/>
            <pc:sldMk cId="2789837056" sldId="3325"/>
            <ac:picMk id="37" creationId="{00000000-0000-0000-0000-000000000000}"/>
          </ac:picMkLst>
        </pc:picChg>
        <pc:picChg chg="mod">
          <ac:chgData name="林 芷歆" userId="45b96cb2-62ac-45c6-b1a7-2382a1a7c7fe" providerId="ADAL" clId="{001DBCA2-68C5-4730-84F0-9509E9BBE04B}" dt="2021-09-13T03:51:10.219" v="876" actId="1076"/>
          <ac:picMkLst>
            <pc:docMk/>
            <pc:sldMk cId="2789837056" sldId="3325"/>
            <ac:picMk id="38" creationId="{00000000-0000-0000-0000-000000000000}"/>
          </ac:picMkLst>
        </pc:picChg>
        <pc:picChg chg="mod">
          <ac:chgData name="林 芷歆" userId="45b96cb2-62ac-45c6-b1a7-2382a1a7c7fe" providerId="ADAL" clId="{001DBCA2-68C5-4730-84F0-9509E9BBE04B}" dt="2021-09-13T09:42:28.638" v="1849" actId="1076"/>
          <ac:picMkLst>
            <pc:docMk/>
            <pc:sldMk cId="2789837056" sldId="3325"/>
            <ac:picMk id="43" creationId="{00000000-0000-0000-0000-000000000000}"/>
          </ac:picMkLst>
        </pc:picChg>
        <pc:picChg chg="mod">
          <ac:chgData name="林 芷歆" userId="45b96cb2-62ac-45c6-b1a7-2382a1a7c7fe" providerId="ADAL" clId="{001DBCA2-68C5-4730-84F0-9509E9BBE04B}" dt="2021-09-13T09:43:15.620" v="1866" actId="1076"/>
          <ac:picMkLst>
            <pc:docMk/>
            <pc:sldMk cId="2789837056" sldId="3325"/>
            <ac:picMk id="44" creationId="{A12839F8-5C9D-41B5-BADF-360DE824E895}"/>
          </ac:picMkLst>
        </pc:picChg>
        <pc:picChg chg="mod">
          <ac:chgData name="林 芷歆" userId="45b96cb2-62ac-45c6-b1a7-2382a1a7c7fe" providerId="ADAL" clId="{001DBCA2-68C5-4730-84F0-9509E9BBE04B}" dt="2021-09-13T09:42:28.638" v="1849" actId="1076"/>
          <ac:picMkLst>
            <pc:docMk/>
            <pc:sldMk cId="2789837056" sldId="3325"/>
            <ac:picMk id="48" creationId="{8C9D3F14-572C-4E6C-B941-6CD6D9CEB60C}"/>
          </ac:picMkLst>
        </pc:picChg>
        <pc:picChg chg="mod">
          <ac:chgData name="林 芷歆" userId="45b96cb2-62ac-45c6-b1a7-2382a1a7c7fe" providerId="ADAL" clId="{001DBCA2-68C5-4730-84F0-9509E9BBE04B}" dt="2021-09-13T09:43:02.820" v="1863" actId="1076"/>
          <ac:picMkLst>
            <pc:docMk/>
            <pc:sldMk cId="2789837056" sldId="3325"/>
            <ac:picMk id="53" creationId="{88336EB7-DB9C-4500-8F3F-6F35A78D3FBF}"/>
          </ac:picMkLst>
        </pc:picChg>
        <pc:picChg chg="mod">
          <ac:chgData name="林 芷歆" userId="45b96cb2-62ac-45c6-b1a7-2382a1a7c7fe" providerId="ADAL" clId="{001DBCA2-68C5-4730-84F0-9509E9BBE04B}" dt="2021-09-13T09:42:54.684" v="1858" actId="1076"/>
          <ac:picMkLst>
            <pc:docMk/>
            <pc:sldMk cId="2789837056" sldId="3325"/>
            <ac:picMk id="55" creationId="{DDC95E8D-8021-44B5-9884-2450111E2D68}"/>
          </ac:picMkLst>
        </pc:picChg>
        <pc:picChg chg="mod ord">
          <ac:chgData name="林 芷歆" userId="45b96cb2-62ac-45c6-b1a7-2382a1a7c7fe" providerId="ADAL" clId="{001DBCA2-68C5-4730-84F0-9509E9BBE04B}" dt="2021-09-13T09:43:18.354" v="1867" actId="1076"/>
          <ac:picMkLst>
            <pc:docMk/>
            <pc:sldMk cId="2789837056" sldId="3325"/>
            <ac:picMk id="61" creationId="{EE12D38A-291A-44C6-B8CD-EA117D147A1E}"/>
          </ac:picMkLst>
        </pc:picChg>
        <pc:picChg chg="mod">
          <ac:chgData name="林 芷歆" userId="45b96cb2-62ac-45c6-b1a7-2382a1a7c7fe" providerId="ADAL" clId="{001DBCA2-68C5-4730-84F0-9509E9BBE04B}" dt="2021-09-13T03:51:12.811" v="877" actId="1076"/>
          <ac:picMkLst>
            <pc:docMk/>
            <pc:sldMk cId="2789837056" sldId="3325"/>
            <ac:picMk id="63" creationId="{00000000-0000-0000-0000-000000000000}"/>
          </ac:picMkLst>
        </pc:picChg>
        <pc:picChg chg="mod">
          <ac:chgData name="林 芷歆" userId="45b96cb2-62ac-45c6-b1a7-2382a1a7c7fe" providerId="ADAL" clId="{001DBCA2-68C5-4730-84F0-9509E9BBE04B}" dt="2021-09-13T03:51:18.677" v="880" actId="1076"/>
          <ac:picMkLst>
            <pc:docMk/>
            <pc:sldMk cId="2789837056" sldId="3325"/>
            <ac:picMk id="70" creationId="{C3F4CDC2-8F33-4FC6-9B54-D857FC5172AA}"/>
          </ac:picMkLst>
        </pc:picChg>
        <pc:picChg chg="mod">
          <ac:chgData name="林 芷歆" userId="45b96cb2-62ac-45c6-b1a7-2382a1a7c7fe" providerId="ADAL" clId="{001DBCA2-68C5-4730-84F0-9509E9BBE04B}" dt="2021-09-13T03:50:36.363" v="868" actId="1076"/>
          <ac:picMkLst>
            <pc:docMk/>
            <pc:sldMk cId="2789837056" sldId="3325"/>
            <ac:picMk id="71" creationId="{00000000-0000-0000-0000-000000000000}"/>
          </ac:picMkLst>
        </pc:picChg>
        <pc:picChg chg="mod">
          <ac:chgData name="林 芷歆" userId="45b96cb2-62ac-45c6-b1a7-2382a1a7c7fe" providerId="ADAL" clId="{001DBCA2-68C5-4730-84F0-9509E9BBE04B}" dt="2021-09-13T03:50:36.363" v="868" actId="1076"/>
          <ac:picMkLst>
            <pc:docMk/>
            <pc:sldMk cId="2789837056" sldId="3325"/>
            <ac:picMk id="72" creationId="{00000000-0000-0000-0000-000000000000}"/>
          </ac:picMkLst>
        </pc:picChg>
        <pc:picChg chg="mod">
          <ac:chgData name="林 芷歆" userId="45b96cb2-62ac-45c6-b1a7-2382a1a7c7fe" providerId="ADAL" clId="{001DBCA2-68C5-4730-84F0-9509E9BBE04B}" dt="2021-09-13T09:42:28.638" v="1849" actId="1076"/>
          <ac:picMkLst>
            <pc:docMk/>
            <pc:sldMk cId="2789837056" sldId="3325"/>
            <ac:picMk id="74" creationId="{00000000-0000-0000-0000-000000000000}"/>
          </ac:picMkLst>
        </pc:picChg>
        <pc:picChg chg="mod">
          <ac:chgData name="林 芷歆" userId="45b96cb2-62ac-45c6-b1a7-2382a1a7c7fe" providerId="ADAL" clId="{001DBCA2-68C5-4730-84F0-9509E9BBE04B}" dt="2021-09-13T09:42:28.638" v="1849" actId="1076"/>
          <ac:picMkLst>
            <pc:docMk/>
            <pc:sldMk cId="2789837056" sldId="3325"/>
            <ac:picMk id="83" creationId="{D9FA63B8-991E-4CD7-8A4C-55C2057F801D}"/>
          </ac:picMkLst>
        </pc:picChg>
        <pc:picChg chg="mod">
          <ac:chgData name="林 芷歆" userId="45b96cb2-62ac-45c6-b1a7-2382a1a7c7fe" providerId="ADAL" clId="{001DBCA2-68C5-4730-84F0-9509E9BBE04B}" dt="2021-09-13T09:43:09.836" v="1864" actId="1076"/>
          <ac:picMkLst>
            <pc:docMk/>
            <pc:sldMk cId="2789837056" sldId="3325"/>
            <ac:picMk id="86" creationId="{97CC1DBF-12BF-4465-ACCB-19A0B299D1A4}"/>
          </ac:picMkLst>
        </pc:picChg>
        <pc:cxnChg chg="add del mod">
          <ac:chgData name="林 芷歆" userId="45b96cb2-62ac-45c6-b1a7-2382a1a7c7fe" providerId="ADAL" clId="{001DBCA2-68C5-4730-84F0-9509E9BBE04B}" dt="2021-09-13T02:41:07.081" v="234" actId="478"/>
          <ac:cxnSpMkLst>
            <pc:docMk/>
            <pc:sldMk cId="2789837056" sldId="3325"/>
            <ac:cxnSpMk id="16" creationId="{53BE26FD-EA0E-4767-B168-3923C73C5C22}"/>
          </ac:cxnSpMkLst>
        </pc:cxnChg>
        <pc:cxnChg chg="add mod">
          <ac:chgData name="林 芷歆" userId="45b96cb2-62ac-45c6-b1a7-2382a1a7c7fe" providerId="ADAL" clId="{001DBCA2-68C5-4730-84F0-9509E9BBE04B}" dt="2021-09-13T03:25:09.774" v="594" actId="14100"/>
          <ac:cxnSpMkLst>
            <pc:docMk/>
            <pc:sldMk cId="2789837056" sldId="3325"/>
            <ac:cxnSpMk id="27" creationId="{C7E9012F-503F-408D-AE7A-2F0D110A6575}"/>
          </ac:cxnSpMkLst>
        </pc:cxnChg>
      </pc:sldChg>
      <pc:sldChg chg="addSp delSp modSp mod">
        <pc:chgData name="林 芷歆" userId="45b96cb2-62ac-45c6-b1a7-2382a1a7c7fe" providerId="ADAL" clId="{001DBCA2-68C5-4730-84F0-9509E9BBE04B}" dt="2021-09-13T10:12:48.384" v="2083" actId="255"/>
        <pc:sldMkLst>
          <pc:docMk/>
          <pc:sldMk cId="2178240890" sldId="3326"/>
        </pc:sldMkLst>
        <pc:spChg chg="mod">
          <ac:chgData name="林 芷歆" userId="45b96cb2-62ac-45c6-b1a7-2382a1a7c7fe" providerId="ADAL" clId="{001DBCA2-68C5-4730-84F0-9509E9BBE04B}" dt="2021-09-13T10:12:48.384" v="2083" actId="255"/>
          <ac:spMkLst>
            <pc:docMk/>
            <pc:sldMk cId="2178240890" sldId="3326"/>
            <ac:spMk id="2" creationId="{00000000-0000-0000-0000-000000000000}"/>
          </ac:spMkLst>
        </pc:spChg>
        <pc:spChg chg="del">
          <ac:chgData name="林 芷歆" userId="45b96cb2-62ac-45c6-b1a7-2382a1a7c7fe" providerId="ADAL" clId="{001DBCA2-68C5-4730-84F0-9509E9BBE04B}" dt="2021-09-13T02:34:31.679" v="147" actId="478"/>
          <ac:spMkLst>
            <pc:docMk/>
            <pc:sldMk cId="2178240890" sldId="3326"/>
            <ac:spMk id="4" creationId="{00000000-0000-0000-0000-000000000000}"/>
          </ac:spMkLst>
        </pc:spChg>
        <pc:spChg chg="del">
          <ac:chgData name="林 芷歆" userId="45b96cb2-62ac-45c6-b1a7-2382a1a7c7fe" providerId="ADAL" clId="{001DBCA2-68C5-4730-84F0-9509E9BBE04B}" dt="2021-09-13T02:47:03.502" v="304" actId="478"/>
          <ac:spMkLst>
            <pc:docMk/>
            <pc:sldMk cId="2178240890" sldId="3326"/>
            <ac:spMk id="5" creationId="{00000000-0000-0000-0000-000000000000}"/>
          </ac:spMkLst>
        </pc:spChg>
        <pc:spChg chg="add del mod">
          <ac:chgData name="林 芷歆" userId="45b96cb2-62ac-45c6-b1a7-2382a1a7c7fe" providerId="ADAL" clId="{001DBCA2-68C5-4730-84F0-9509E9BBE04B}" dt="2021-09-13T02:29:10.146" v="94" actId="478"/>
          <ac:spMkLst>
            <pc:docMk/>
            <pc:sldMk cId="2178240890" sldId="3326"/>
            <ac:spMk id="6" creationId="{80946155-DB37-4C22-972D-EBC1C9FCBCD3}"/>
          </ac:spMkLst>
        </pc:spChg>
        <pc:spChg chg="add mod">
          <ac:chgData name="林 芷歆" userId="45b96cb2-62ac-45c6-b1a7-2382a1a7c7fe" providerId="ADAL" clId="{001DBCA2-68C5-4730-84F0-9509E9BBE04B}" dt="2021-09-13T02:47:03.888" v="305"/>
          <ac:spMkLst>
            <pc:docMk/>
            <pc:sldMk cId="2178240890" sldId="3326"/>
            <ac:spMk id="8" creationId="{5FF64F80-23F2-41FB-811D-7BF0D1E85076}"/>
          </ac:spMkLst>
        </pc:spChg>
        <pc:graphicFrameChg chg="mod modGraphic">
          <ac:chgData name="林 芷歆" userId="45b96cb2-62ac-45c6-b1a7-2382a1a7c7fe" providerId="ADAL" clId="{001DBCA2-68C5-4730-84F0-9509E9BBE04B}" dt="2021-09-13T10:00:22.264" v="2020" actId="14734"/>
          <ac:graphicFrameMkLst>
            <pc:docMk/>
            <pc:sldMk cId="2178240890" sldId="3326"/>
            <ac:graphicFrameMk id="7" creationId="{00000000-0000-0000-0000-000000000000}"/>
          </ac:graphicFrameMkLst>
        </pc:graphicFrameChg>
      </pc:sldChg>
      <pc:sldChg chg="addSp delSp modSp mod">
        <pc:chgData name="林 芷歆" userId="45b96cb2-62ac-45c6-b1a7-2382a1a7c7fe" providerId="ADAL" clId="{001DBCA2-68C5-4730-84F0-9509E9BBE04B}" dt="2021-09-13T10:12:41.738" v="2082" actId="255"/>
        <pc:sldMkLst>
          <pc:docMk/>
          <pc:sldMk cId="1934027248" sldId="3327"/>
        </pc:sldMkLst>
        <pc:spChg chg="mod">
          <ac:chgData name="林 芷歆" userId="45b96cb2-62ac-45c6-b1a7-2382a1a7c7fe" providerId="ADAL" clId="{001DBCA2-68C5-4730-84F0-9509E9BBE04B}" dt="2021-09-13T10:12:41.738" v="2082" actId="255"/>
          <ac:spMkLst>
            <pc:docMk/>
            <pc:sldMk cId="1934027248" sldId="3327"/>
            <ac:spMk id="2" creationId="{5FC91CD5-38DA-429D-878F-D1C7A25A8E1E}"/>
          </ac:spMkLst>
        </pc:spChg>
        <pc:spChg chg="del">
          <ac:chgData name="林 芷歆" userId="45b96cb2-62ac-45c6-b1a7-2382a1a7c7fe" providerId="ADAL" clId="{001DBCA2-68C5-4730-84F0-9509E9BBE04B}" dt="2021-09-13T02:30:27.949" v="107" actId="478"/>
          <ac:spMkLst>
            <pc:docMk/>
            <pc:sldMk cId="1934027248" sldId="3327"/>
            <ac:spMk id="3" creationId="{715BDE96-AE67-43C9-B1A9-FF91884AF97B}"/>
          </ac:spMkLst>
        </pc:spChg>
        <pc:spChg chg="del">
          <ac:chgData name="林 芷歆" userId="45b96cb2-62ac-45c6-b1a7-2382a1a7c7fe" providerId="ADAL" clId="{001DBCA2-68C5-4730-84F0-9509E9BBE04B}" dt="2021-09-13T02:46:58.329" v="302" actId="478"/>
          <ac:spMkLst>
            <pc:docMk/>
            <pc:sldMk cId="1934027248" sldId="3327"/>
            <ac:spMk id="6" creationId="{25BF6FEA-04BD-45A9-967C-D961E73C9C92}"/>
          </ac:spMkLst>
        </pc:spChg>
        <pc:spChg chg="mod topLvl">
          <ac:chgData name="林 芷歆" userId="45b96cb2-62ac-45c6-b1a7-2382a1a7c7fe" providerId="ADAL" clId="{001DBCA2-68C5-4730-84F0-9509E9BBE04B}" dt="2021-09-13T09:59:29.189" v="2009" actId="255"/>
          <ac:spMkLst>
            <pc:docMk/>
            <pc:sldMk cId="1934027248" sldId="3327"/>
            <ac:spMk id="8" creationId="{3522E860-0B01-487A-9DDE-31C3B4CAEFBF}"/>
          </ac:spMkLst>
        </pc:spChg>
        <pc:spChg chg="mod topLvl">
          <ac:chgData name="林 芷歆" userId="45b96cb2-62ac-45c6-b1a7-2382a1a7c7fe" providerId="ADAL" clId="{001DBCA2-68C5-4730-84F0-9509E9BBE04B}" dt="2021-09-13T09:59:29.189" v="2009" actId="255"/>
          <ac:spMkLst>
            <pc:docMk/>
            <pc:sldMk cId="1934027248" sldId="3327"/>
            <ac:spMk id="9" creationId="{8E4C063C-C4FC-4671-8CFB-CC8EE044BDC4}"/>
          </ac:spMkLst>
        </pc:spChg>
        <pc:spChg chg="mod topLvl">
          <ac:chgData name="林 芷歆" userId="45b96cb2-62ac-45c6-b1a7-2382a1a7c7fe" providerId="ADAL" clId="{001DBCA2-68C5-4730-84F0-9509E9BBE04B}" dt="2021-09-13T09:59:29.189" v="2009" actId="255"/>
          <ac:spMkLst>
            <pc:docMk/>
            <pc:sldMk cId="1934027248" sldId="3327"/>
            <ac:spMk id="10" creationId="{593A5FA2-13C6-4804-86A7-B678D6A9B7CC}"/>
          </ac:spMkLst>
        </pc:spChg>
        <pc:spChg chg="mod topLvl">
          <ac:chgData name="林 芷歆" userId="45b96cb2-62ac-45c6-b1a7-2382a1a7c7fe" providerId="ADAL" clId="{001DBCA2-68C5-4730-84F0-9509E9BBE04B}" dt="2021-09-13T09:59:29.189" v="2009" actId="255"/>
          <ac:spMkLst>
            <pc:docMk/>
            <pc:sldMk cId="1934027248" sldId="3327"/>
            <ac:spMk id="11" creationId="{AF4392DF-CFF8-4FFB-8538-7A558F61F2EB}"/>
          </ac:spMkLst>
        </pc:spChg>
        <pc:spChg chg="add del mod">
          <ac:chgData name="林 芷歆" userId="45b96cb2-62ac-45c6-b1a7-2382a1a7c7fe" providerId="ADAL" clId="{001DBCA2-68C5-4730-84F0-9509E9BBE04B}" dt="2021-09-13T02:28:41.483" v="89" actId="478"/>
          <ac:spMkLst>
            <pc:docMk/>
            <pc:sldMk cId="1934027248" sldId="3327"/>
            <ac:spMk id="12" creationId="{45575815-62E1-464C-B2AD-3FA00E32AD1B}"/>
          </ac:spMkLst>
        </pc:spChg>
        <pc:spChg chg="add del mod">
          <ac:chgData name="林 芷歆" userId="45b96cb2-62ac-45c6-b1a7-2382a1a7c7fe" providerId="ADAL" clId="{001DBCA2-68C5-4730-84F0-9509E9BBE04B}" dt="2021-09-13T02:30:52.745" v="110" actId="478"/>
          <ac:spMkLst>
            <pc:docMk/>
            <pc:sldMk cId="1934027248" sldId="3327"/>
            <ac:spMk id="13" creationId="{EE3F9932-6681-4E14-90D7-6C98AE6D9D02}"/>
          </ac:spMkLst>
        </pc:spChg>
        <pc:spChg chg="mod topLvl">
          <ac:chgData name="林 芷歆" userId="45b96cb2-62ac-45c6-b1a7-2382a1a7c7fe" providerId="ADAL" clId="{001DBCA2-68C5-4730-84F0-9509E9BBE04B}" dt="2021-09-13T09:59:32.976" v="2010" actId="255"/>
          <ac:spMkLst>
            <pc:docMk/>
            <pc:sldMk cId="1934027248" sldId="3327"/>
            <ac:spMk id="14" creationId="{3C53535D-BBDE-4202-BF5F-7E249A85BDC8}"/>
          </ac:spMkLst>
        </pc:spChg>
        <pc:spChg chg="add mod">
          <ac:chgData name="林 芷歆" userId="45b96cb2-62ac-45c6-b1a7-2382a1a7c7fe" providerId="ADAL" clId="{001DBCA2-68C5-4730-84F0-9509E9BBE04B}" dt="2021-09-13T02:46:58.887" v="303"/>
          <ac:spMkLst>
            <pc:docMk/>
            <pc:sldMk cId="1934027248" sldId="3327"/>
            <ac:spMk id="15" creationId="{E5825915-AE8D-4EB0-BD76-824C40A37483}"/>
          </ac:spMkLst>
        </pc:spChg>
        <pc:grpChg chg="add del mod">
          <ac:chgData name="林 芷歆" userId="45b96cb2-62ac-45c6-b1a7-2382a1a7c7fe" providerId="ADAL" clId="{001DBCA2-68C5-4730-84F0-9509E9BBE04B}" dt="2021-09-13T09:49:14.900" v="1929" actId="165"/>
          <ac:grpSpMkLst>
            <pc:docMk/>
            <pc:sldMk cId="1934027248" sldId="3327"/>
            <ac:grpSpMk id="3" creationId="{0C971015-BC51-4196-B0E9-719BADCD9248}"/>
          </ac:grpSpMkLst>
        </pc:grpChg>
        <pc:grpChg chg="add mod">
          <ac:chgData name="林 芷歆" userId="45b96cb2-62ac-45c6-b1a7-2382a1a7c7fe" providerId="ADAL" clId="{001DBCA2-68C5-4730-84F0-9509E9BBE04B}" dt="2021-09-13T09:55:24.168" v="1989" actId="1076"/>
          <ac:grpSpMkLst>
            <pc:docMk/>
            <pc:sldMk cId="1934027248" sldId="3327"/>
            <ac:grpSpMk id="4" creationId="{5051DEE9-BBE8-4F71-BF8F-614067CC1F18}"/>
          </ac:grpSpMkLst>
        </pc:grpChg>
      </pc:sldChg>
      <pc:sldChg chg="addSp delSp modSp mod">
        <pc:chgData name="林 芷歆" userId="45b96cb2-62ac-45c6-b1a7-2382a1a7c7fe" providerId="ADAL" clId="{001DBCA2-68C5-4730-84F0-9509E9BBE04B}" dt="2021-09-13T10:12:29.534" v="2079" actId="255"/>
        <pc:sldMkLst>
          <pc:docMk/>
          <pc:sldMk cId="1557143034" sldId="3329"/>
        </pc:sldMkLst>
        <pc:spChg chg="del mod">
          <ac:chgData name="林 芷歆" userId="45b96cb2-62ac-45c6-b1a7-2382a1a7c7fe" providerId="ADAL" clId="{001DBCA2-68C5-4730-84F0-9509E9BBE04B}" dt="2021-09-13T04:01:28.616" v="1040" actId="478"/>
          <ac:spMkLst>
            <pc:docMk/>
            <pc:sldMk cId="1557143034" sldId="3329"/>
            <ac:spMk id="2" creationId="{A995EDD9-89CF-4009-8FDB-3451302DEC20}"/>
          </ac:spMkLst>
        </pc:spChg>
        <pc:spChg chg="mod">
          <ac:chgData name="林 芷歆" userId="45b96cb2-62ac-45c6-b1a7-2382a1a7c7fe" providerId="ADAL" clId="{001DBCA2-68C5-4730-84F0-9509E9BBE04B}" dt="2021-09-13T09:46:03.340" v="1900" actId="1076"/>
          <ac:spMkLst>
            <pc:docMk/>
            <pc:sldMk cId="1557143034" sldId="3329"/>
            <ac:spMk id="4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9:45:46.117" v="1896" actId="1076"/>
          <ac:spMkLst>
            <pc:docMk/>
            <pc:sldMk cId="1557143034" sldId="3329"/>
            <ac:spMk id="6" creationId="{F24577F1-2264-4B7B-9BC1-C9C8F8554458}"/>
          </ac:spMkLst>
        </pc:spChg>
        <pc:spChg chg="mod">
          <ac:chgData name="林 芷歆" userId="45b96cb2-62ac-45c6-b1a7-2382a1a7c7fe" providerId="ADAL" clId="{001DBCA2-68C5-4730-84F0-9509E9BBE04B}" dt="2021-09-13T09:45:46.117" v="1896" actId="1076"/>
          <ac:spMkLst>
            <pc:docMk/>
            <pc:sldMk cId="1557143034" sldId="3329"/>
            <ac:spMk id="7" creationId="{EE7C2C35-5985-4E56-B982-638E2A579EFF}"/>
          </ac:spMkLst>
        </pc:spChg>
        <pc:spChg chg="del mod">
          <ac:chgData name="林 芷歆" userId="45b96cb2-62ac-45c6-b1a7-2382a1a7c7fe" providerId="ADAL" clId="{001DBCA2-68C5-4730-84F0-9509E9BBE04B}" dt="2021-09-13T07:17:27.228" v="1637" actId="478"/>
          <ac:spMkLst>
            <pc:docMk/>
            <pc:sldMk cId="1557143034" sldId="3329"/>
            <ac:spMk id="8" creationId="{01BA6846-7849-4E3C-9028-7D3BE086B3DA}"/>
          </ac:spMkLst>
        </pc:spChg>
        <pc:spChg chg="mod">
          <ac:chgData name="林 芷歆" userId="45b96cb2-62ac-45c6-b1a7-2382a1a7c7fe" providerId="ADAL" clId="{001DBCA2-68C5-4730-84F0-9509E9BBE04B}" dt="2021-09-13T09:45:43.461" v="1895" actId="1076"/>
          <ac:spMkLst>
            <pc:docMk/>
            <pc:sldMk cId="1557143034" sldId="3329"/>
            <ac:spMk id="15" creationId="{00000000-0000-0000-0000-000000000000}"/>
          </ac:spMkLst>
        </pc:spChg>
        <pc:spChg chg="mod">
          <ac:chgData name="林 芷歆" userId="45b96cb2-62ac-45c6-b1a7-2382a1a7c7fe" providerId="ADAL" clId="{001DBCA2-68C5-4730-84F0-9509E9BBE04B}" dt="2021-09-13T09:59:18.796" v="2007" actId="255"/>
          <ac:spMkLst>
            <pc:docMk/>
            <pc:sldMk cId="1557143034" sldId="3329"/>
            <ac:spMk id="16" creationId="{1EFCFFA6-5CFC-495B-AA9D-A2DCE90CF2C8}"/>
          </ac:spMkLst>
        </pc:spChg>
        <pc:spChg chg="mod">
          <ac:chgData name="林 芷歆" userId="45b96cb2-62ac-45c6-b1a7-2382a1a7c7fe" providerId="ADAL" clId="{001DBCA2-68C5-4730-84F0-9509E9BBE04B}" dt="2021-09-13T09:45:59.708" v="1899" actId="1076"/>
          <ac:spMkLst>
            <pc:docMk/>
            <pc:sldMk cId="1557143034" sldId="3329"/>
            <ac:spMk id="18" creationId="{0BE76350-1EF9-44A8-88A0-9F030DFD87AC}"/>
          </ac:spMkLst>
        </pc:spChg>
        <pc:spChg chg="del">
          <ac:chgData name="林 芷歆" userId="45b96cb2-62ac-45c6-b1a7-2382a1a7c7fe" providerId="ADAL" clId="{001DBCA2-68C5-4730-84F0-9509E9BBE04B}" dt="2021-09-13T02:46:48.740" v="298" actId="478"/>
          <ac:spMkLst>
            <pc:docMk/>
            <pc:sldMk cId="1557143034" sldId="3329"/>
            <ac:spMk id="19" creationId="{0FC10A64-C944-4CC5-B987-D3C13AF797E3}"/>
          </ac:spMkLst>
        </pc:spChg>
        <pc:spChg chg="add mod ord">
          <ac:chgData name="林 芷歆" userId="45b96cb2-62ac-45c6-b1a7-2382a1a7c7fe" providerId="ADAL" clId="{001DBCA2-68C5-4730-84F0-9509E9BBE04B}" dt="2021-09-13T07:17:37.668" v="1640" actId="1076"/>
          <ac:spMkLst>
            <pc:docMk/>
            <pc:sldMk cId="1557143034" sldId="3329"/>
            <ac:spMk id="19" creationId="{33CA27C4-9933-4516-88CC-E3A552D0928C}"/>
          </ac:spMkLst>
        </pc:spChg>
        <pc:spChg chg="del mod">
          <ac:chgData name="林 芷歆" userId="45b96cb2-62ac-45c6-b1a7-2382a1a7c7fe" providerId="ADAL" clId="{001DBCA2-68C5-4730-84F0-9509E9BBE04B}" dt="2021-09-13T07:17:43.860" v="1642" actId="478"/>
          <ac:spMkLst>
            <pc:docMk/>
            <pc:sldMk cId="1557143034" sldId="3329"/>
            <ac:spMk id="20" creationId="{0D8989CE-1119-491D-BB05-DD0A2BA93C20}"/>
          </ac:spMkLst>
        </pc:spChg>
        <pc:spChg chg="mod">
          <ac:chgData name="林 芷歆" userId="45b96cb2-62ac-45c6-b1a7-2382a1a7c7fe" providerId="ADAL" clId="{001DBCA2-68C5-4730-84F0-9509E9BBE04B}" dt="2021-09-13T09:45:41.324" v="1894" actId="255"/>
          <ac:spMkLst>
            <pc:docMk/>
            <pc:sldMk cId="1557143034" sldId="3329"/>
            <ac:spMk id="21" creationId="{C9F51691-1CFA-4544-9250-FAD6083EFFCD}"/>
          </ac:spMkLst>
        </pc:spChg>
        <pc:spChg chg="add mod">
          <ac:chgData name="林 芷歆" userId="45b96cb2-62ac-45c6-b1a7-2382a1a7c7fe" providerId="ADAL" clId="{001DBCA2-68C5-4730-84F0-9509E9BBE04B}" dt="2021-09-13T02:46:50.328" v="299"/>
          <ac:spMkLst>
            <pc:docMk/>
            <pc:sldMk cId="1557143034" sldId="3329"/>
            <ac:spMk id="22" creationId="{5A2C486E-2007-4D63-8395-A8F730D35082}"/>
          </ac:spMkLst>
        </pc:spChg>
        <pc:spChg chg="add mod">
          <ac:chgData name="林 芷歆" userId="45b96cb2-62ac-45c6-b1a7-2382a1a7c7fe" providerId="ADAL" clId="{001DBCA2-68C5-4730-84F0-9509E9BBE04B}" dt="2021-09-13T10:12:29.534" v="2079" actId="255"/>
          <ac:spMkLst>
            <pc:docMk/>
            <pc:sldMk cId="1557143034" sldId="3329"/>
            <ac:spMk id="23" creationId="{EFC5EB7D-76E9-4248-A79E-1F1AFD321F99}"/>
          </ac:spMkLst>
        </pc:spChg>
        <pc:spChg chg="add del mod">
          <ac:chgData name="林 芷歆" userId="45b96cb2-62ac-45c6-b1a7-2382a1a7c7fe" providerId="ADAL" clId="{001DBCA2-68C5-4730-84F0-9509E9BBE04B}" dt="2021-09-13T04:10:34.675" v="1199" actId="478"/>
          <ac:spMkLst>
            <pc:docMk/>
            <pc:sldMk cId="1557143034" sldId="3329"/>
            <ac:spMk id="24" creationId="{065909D1-7B8F-45D1-A5CD-2692FBC1DCD3}"/>
          </ac:spMkLst>
        </pc:spChg>
        <pc:spChg chg="add mod ord">
          <ac:chgData name="林 芷歆" userId="45b96cb2-62ac-45c6-b1a7-2382a1a7c7fe" providerId="ADAL" clId="{001DBCA2-68C5-4730-84F0-9509E9BBE04B}" dt="2021-09-13T07:18:10.561" v="1647" actId="207"/>
          <ac:spMkLst>
            <pc:docMk/>
            <pc:sldMk cId="1557143034" sldId="3329"/>
            <ac:spMk id="24" creationId="{1768C6E8-42C0-4F93-9E79-C1D4B1A51C42}"/>
          </ac:spMkLst>
        </pc:spChg>
      </pc:sldChg>
      <pc:sldChg chg="addSp delSp modSp mod">
        <pc:chgData name="林 芷歆" userId="45b96cb2-62ac-45c6-b1a7-2382a1a7c7fe" providerId="ADAL" clId="{001DBCA2-68C5-4730-84F0-9509E9BBE04B}" dt="2021-09-13T10:12:34.048" v="2080" actId="255"/>
        <pc:sldMkLst>
          <pc:docMk/>
          <pc:sldMk cId="2436605257" sldId="3330"/>
        </pc:sldMkLst>
        <pc:spChg chg="del">
          <ac:chgData name="林 芷歆" userId="45b96cb2-62ac-45c6-b1a7-2382a1a7c7fe" providerId="ADAL" clId="{001DBCA2-68C5-4730-84F0-9509E9BBE04B}" dt="2021-09-13T02:34:13.687" v="142" actId="478"/>
          <ac:spMkLst>
            <pc:docMk/>
            <pc:sldMk cId="2436605257" sldId="3330"/>
            <ac:spMk id="4" creationId="{AF07E0EB-BF89-4A45-B0B5-9E07046E4F57}"/>
          </ac:spMkLst>
        </pc:spChg>
        <pc:spChg chg="del">
          <ac:chgData name="林 芷歆" userId="45b96cb2-62ac-45c6-b1a7-2382a1a7c7fe" providerId="ADAL" clId="{001DBCA2-68C5-4730-84F0-9509E9BBE04B}" dt="2021-09-13T02:46:54.696" v="300" actId="478"/>
          <ac:spMkLst>
            <pc:docMk/>
            <pc:sldMk cId="2436605257" sldId="3330"/>
            <ac:spMk id="6" creationId="{A863E88C-5A55-4B2B-BD89-7AAA1ABEE94C}"/>
          </ac:spMkLst>
        </pc:spChg>
        <pc:spChg chg="mod">
          <ac:chgData name="林 芷歆" userId="45b96cb2-62ac-45c6-b1a7-2382a1a7c7fe" providerId="ADAL" clId="{001DBCA2-68C5-4730-84F0-9509E9BBE04B}" dt="2021-09-13T06:24:35.583" v="1369" actId="1076"/>
          <ac:spMkLst>
            <pc:docMk/>
            <pc:sldMk cId="2436605257" sldId="3330"/>
            <ac:spMk id="7" creationId="{F43585E2-4588-4EFB-881B-EF5D7DB7EE1D}"/>
          </ac:spMkLst>
        </pc:spChg>
        <pc:spChg chg="mod">
          <ac:chgData name="林 芷歆" userId="45b96cb2-62ac-45c6-b1a7-2382a1a7c7fe" providerId="ADAL" clId="{001DBCA2-68C5-4730-84F0-9509E9BBE04B}" dt="2021-09-13T06:53:23.477" v="1530" actId="2711"/>
          <ac:spMkLst>
            <pc:docMk/>
            <pc:sldMk cId="2436605257" sldId="3330"/>
            <ac:spMk id="8" creationId="{138061E4-97BE-4E2B-B41F-EACD3EFCD36E}"/>
          </ac:spMkLst>
        </pc:spChg>
        <pc:spChg chg="mod">
          <ac:chgData name="林 芷歆" userId="45b96cb2-62ac-45c6-b1a7-2382a1a7c7fe" providerId="ADAL" clId="{001DBCA2-68C5-4730-84F0-9509E9BBE04B}" dt="2021-09-13T06:53:23.477" v="1530" actId="2711"/>
          <ac:spMkLst>
            <pc:docMk/>
            <pc:sldMk cId="2436605257" sldId="3330"/>
            <ac:spMk id="9" creationId="{245112C0-CB0C-4766-BEC3-679BC2A81E5E}"/>
          </ac:spMkLst>
        </pc:spChg>
        <pc:spChg chg="mod">
          <ac:chgData name="林 芷歆" userId="45b96cb2-62ac-45c6-b1a7-2382a1a7c7fe" providerId="ADAL" clId="{001DBCA2-68C5-4730-84F0-9509E9BBE04B}" dt="2021-09-13T06:53:23.477" v="1530" actId="2711"/>
          <ac:spMkLst>
            <pc:docMk/>
            <pc:sldMk cId="2436605257" sldId="3330"/>
            <ac:spMk id="10" creationId="{BAC864D8-8A61-459E-BCC2-CC055C1710FA}"/>
          </ac:spMkLst>
        </pc:spChg>
        <pc:spChg chg="mod">
          <ac:chgData name="林 芷歆" userId="45b96cb2-62ac-45c6-b1a7-2382a1a7c7fe" providerId="ADAL" clId="{001DBCA2-68C5-4730-84F0-9509E9BBE04B}" dt="2021-09-13T09:48:33.478" v="1921" actId="255"/>
          <ac:spMkLst>
            <pc:docMk/>
            <pc:sldMk cId="2436605257" sldId="3330"/>
            <ac:spMk id="12" creationId="{0718A5FF-A30D-4359-AFD4-81348D11C9C2}"/>
          </ac:spMkLst>
        </pc:spChg>
        <pc:spChg chg="mod">
          <ac:chgData name="林 芷歆" userId="45b96cb2-62ac-45c6-b1a7-2382a1a7c7fe" providerId="ADAL" clId="{001DBCA2-68C5-4730-84F0-9509E9BBE04B}" dt="2021-09-13T09:48:33.478" v="1921" actId="255"/>
          <ac:spMkLst>
            <pc:docMk/>
            <pc:sldMk cId="2436605257" sldId="3330"/>
            <ac:spMk id="14" creationId="{76249049-9425-472D-98F8-DA1E80D68DE1}"/>
          </ac:spMkLst>
        </pc:spChg>
        <pc:spChg chg="mod">
          <ac:chgData name="林 芷歆" userId="45b96cb2-62ac-45c6-b1a7-2382a1a7c7fe" providerId="ADAL" clId="{001DBCA2-68C5-4730-84F0-9509E9BBE04B}" dt="2021-09-13T09:48:41.813" v="1922" actId="255"/>
          <ac:spMkLst>
            <pc:docMk/>
            <pc:sldMk cId="2436605257" sldId="3330"/>
            <ac:spMk id="15" creationId="{AECDD18F-272A-43F0-8999-AD760E4B59F4}"/>
          </ac:spMkLst>
        </pc:spChg>
        <pc:spChg chg="mod">
          <ac:chgData name="林 芷歆" userId="45b96cb2-62ac-45c6-b1a7-2382a1a7c7fe" providerId="ADAL" clId="{001DBCA2-68C5-4730-84F0-9509E9BBE04B}" dt="2021-09-13T06:53:23.477" v="1530" actId="2711"/>
          <ac:spMkLst>
            <pc:docMk/>
            <pc:sldMk cId="2436605257" sldId="3330"/>
            <ac:spMk id="16" creationId="{39E19B9A-8C40-4E39-BCF1-8490B4DF7F47}"/>
          </ac:spMkLst>
        </pc:spChg>
        <pc:spChg chg="mod">
          <ac:chgData name="林 芷歆" userId="45b96cb2-62ac-45c6-b1a7-2382a1a7c7fe" providerId="ADAL" clId="{001DBCA2-68C5-4730-84F0-9509E9BBE04B}" dt="2021-09-13T09:53:40.518" v="1972" actId="1076"/>
          <ac:spMkLst>
            <pc:docMk/>
            <pc:sldMk cId="2436605257" sldId="3330"/>
            <ac:spMk id="21" creationId="{1CE6ABC8-DD39-4D49-B8E6-D19FDBA7E72E}"/>
          </ac:spMkLst>
        </pc:spChg>
        <pc:spChg chg="mod">
          <ac:chgData name="林 芷歆" userId="45b96cb2-62ac-45c6-b1a7-2382a1a7c7fe" providerId="ADAL" clId="{001DBCA2-68C5-4730-84F0-9509E9BBE04B}" dt="2021-09-13T09:54:42.472" v="1981" actId="1076"/>
          <ac:spMkLst>
            <pc:docMk/>
            <pc:sldMk cId="2436605257" sldId="3330"/>
            <ac:spMk id="22" creationId="{8D35BDC4-AF28-48DB-A7CD-0AFF9D3BBD3B}"/>
          </ac:spMkLst>
        </pc:spChg>
        <pc:spChg chg="mod">
          <ac:chgData name="林 芷歆" userId="45b96cb2-62ac-45c6-b1a7-2382a1a7c7fe" providerId="ADAL" clId="{001DBCA2-68C5-4730-84F0-9509E9BBE04B}" dt="2021-09-13T06:53:23.477" v="1530" actId="2711"/>
          <ac:spMkLst>
            <pc:docMk/>
            <pc:sldMk cId="2436605257" sldId="3330"/>
            <ac:spMk id="26" creationId="{222E49C0-57F3-4344-918A-B3E19259BDEB}"/>
          </ac:spMkLst>
        </pc:spChg>
        <pc:spChg chg="mod">
          <ac:chgData name="林 芷歆" userId="45b96cb2-62ac-45c6-b1a7-2382a1a7c7fe" providerId="ADAL" clId="{001DBCA2-68C5-4730-84F0-9509E9BBE04B}" dt="2021-09-13T06:53:23.477" v="1530" actId="2711"/>
          <ac:spMkLst>
            <pc:docMk/>
            <pc:sldMk cId="2436605257" sldId="3330"/>
            <ac:spMk id="27" creationId="{9F52EA5C-0CDB-4643-AD74-722008F57CCC}"/>
          </ac:spMkLst>
        </pc:spChg>
        <pc:spChg chg="mod">
          <ac:chgData name="林 芷歆" userId="45b96cb2-62ac-45c6-b1a7-2382a1a7c7fe" providerId="ADAL" clId="{001DBCA2-68C5-4730-84F0-9509E9BBE04B}" dt="2021-09-13T09:48:33.478" v="1921" actId="255"/>
          <ac:spMkLst>
            <pc:docMk/>
            <pc:sldMk cId="2436605257" sldId="3330"/>
            <ac:spMk id="29" creationId="{88EC41F4-878D-485D-A6F0-B57BFAD2C9B6}"/>
          </ac:spMkLst>
        </pc:spChg>
        <pc:spChg chg="mod">
          <ac:chgData name="林 芷歆" userId="45b96cb2-62ac-45c6-b1a7-2382a1a7c7fe" providerId="ADAL" clId="{001DBCA2-68C5-4730-84F0-9509E9BBE04B}" dt="2021-09-13T09:48:26.460" v="1920" actId="255"/>
          <ac:spMkLst>
            <pc:docMk/>
            <pc:sldMk cId="2436605257" sldId="3330"/>
            <ac:spMk id="31" creationId="{063702BE-2FB3-47C8-A3AC-E1148E19844E}"/>
          </ac:spMkLst>
        </pc:spChg>
        <pc:spChg chg="mod">
          <ac:chgData name="林 芷歆" userId="45b96cb2-62ac-45c6-b1a7-2382a1a7c7fe" providerId="ADAL" clId="{001DBCA2-68C5-4730-84F0-9509E9BBE04B}" dt="2021-09-13T09:48:33.478" v="1921" actId="255"/>
          <ac:spMkLst>
            <pc:docMk/>
            <pc:sldMk cId="2436605257" sldId="3330"/>
            <ac:spMk id="32" creationId="{277D0E3B-E341-40CB-9F47-5BEF7EB56019}"/>
          </ac:spMkLst>
        </pc:spChg>
        <pc:spChg chg="add mod">
          <ac:chgData name="林 芷歆" userId="45b96cb2-62ac-45c6-b1a7-2382a1a7c7fe" providerId="ADAL" clId="{001DBCA2-68C5-4730-84F0-9509E9BBE04B}" dt="2021-09-13T02:46:55.212" v="301"/>
          <ac:spMkLst>
            <pc:docMk/>
            <pc:sldMk cId="2436605257" sldId="3330"/>
            <ac:spMk id="33" creationId="{A8069F0E-15A3-4C6D-A0A7-9F86B7B8DC68}"/>
          </ac:spMkLst>
        </pc:spChg>
        <pc:spChg chg="mod">
          <ac:chgData name="林 芷歆" userId="45b96cb2-62ac-45c6-b1a7-2382a1a7c7fe" providerId="ADAL" clId="{001DBCA2-68C5-4730-84F0-9509E9BBE04B}" dt="2021-09-13T09:54:52.604" v="1982" actId="255"/>
          <ac:spMkLst>
            <pc:docMk/>
            <pc:sldMk cId="2436605257" sldId="3330"/>
            <ac:spMk id="34" creationId="{84D27636-47E3-4309-8AD4-221463B7F927}"/>
          </ac:spMkLst>
        </pc:spChg>
        <pc:spChg chg="mod">
          <ac:chgData name="林 芷歆" userId="45b96cb2-62ac-45c6-b1a7-2382a1a7c7fe" providerId="ADAL" clId="{001DBCA2-68C5-4730-84F0-9509E9BBE04B}" dt="2021-09-13T09:54:52.604" v="1982" actId="255"/>
          <ac:spMkLst>
            <pc:docMk/>
            <pc:sldMk cId="2436605257" sldId="3330"/>
            <ac:spMk id="35" creationId="{B8830A45-1E67-4252-A761-00BF1E273197}"/>
          </ac:spMkLst>
        </pc:spChg>
        <pc:spChg chg="add del mod">
          <ac:chgData name="林 芷歆" userId="45b96cb2-62ac-45c6-b1a7-2382a1a7c7fe" providerId="ADAL" clId="{001DBCA2-68C5-4730-84F0-9509E9BBE04B}" dt="2021-09-13T02:58:53.435" v="335" actId="478"/>
          <ac:spMkLst>
            <pc:docMk/>
            <pc:sldMk cId="2436605257" sldId="3330"/>
            <ac:spMk id="36" creationId="{30A03F77-9BBB-4138-A523-5F90696BFF5B}"/>
          </ac:spMkLst>
        </pc:spChg>
        <pc:spChg chg="add mod">
          <ac:chgData name="林 芷歆" userId="45b96cb2-62ac-45c6-b1a7-2382a1a7c7fe" providerId="ADAL" clId="{001DBCA2-68C5-4730-84F0-9509E9BBE04B}" dt="2021-09-13T10:12:34.048" v="2080" actId="255"/>
          <ac:spMkLst>
            <pc:docMk/>
            <pc:sldMk cId="2436605257" sldId="3330"/>
            <ac:spMk id="37" creationId="{0676D67F-68C6-41D0-8063-D497E13ABF79}"/>
          </ac:spMkLst>
        </pc:spChg>
        <pc:spChg chg="mod">
          <ac:chgData name="林 芷歆" userId="45b96cb2-62ac-45c6-b1a7-2382a1a7c7fe" providerId="ADAL" clId="{001DBCA2-68C5-4730-84F0-9509E9BBE04B}" dt="2021-09-13T06:53:23.477" v="1530" actId="2711"/>
          <ac:spMkLst>
            <pc:docMk/>
            <pc:sldMk cId="2436605257" sldId="3330"/>
            <ac:spMk id="40" creationId="{57548777-B866-41A2-8828-4AA8C02C5EF5}"/>
          </ac:spMkLst>
        </pc:spChg>
        <pc:spChg chg="mod">
          <ac:chgData name="林 芷歆" userId="45b96cb2-62ac-45c6-b1a7-2382a1a7c7fe" providerId="ADAL" clId="{001DBCA2-68C5-4730-84F0-9509E9BBE04B}" dt="2021-09-13T10:00:51.483" v="2021" actId="1076"/>
          <ac:spMkLst>
            <pc:docMk/>
            <pc:sldMk cId="2436605257" sldId="3330"/>
            <ac:spMk id="42" creationId="{AD6FD234-8A6F-45BA-B175-ECF0ABF76E7C}"/>
          </ac:spMkLst>
        </pc:spChg>
        <pc:spChg chg="add del mod">
          <ac:chgData name="林 芷歆" userId="45b96cb2-62ac-45c6-b1a7-2382a1a7c7fe" providerId="ADAL" clId="{001DBCA2-68C5-4730-84F0-9509E9BBE04B}" dt="2021-09-13T09:53:31.095" v="1970" actId="255"/>
          <ac:spMkLst>
            <pc:docMk/>
            <pc:sldMk cId="2436605257" sldId="3330"/>
            <ac:spMk id="44" creationId="{2B2A858A-6D4F-4544-B912-9D108102EE73}"/>
          </ac:spMkLst>
        </pc:spChg>
        <pc:spChg chg="mod">
          <ac:chgData name="林 芷歆" userId="45b96cb2-62ac-45c6-b1a7-2382a1a7c7fe" providerId="ADAL" clId="{001DBCA2-68C5-4730-84F0-9509E9BBE04B}" dt="2021-09-13T09:53:44.912" v="1975" actId="1076"/>
          <ac:spMkLst>
            <pc:docMk/>
            <pc:sldMk cId="2436605257" sldId="3330"/>
            <ac:spMk id="57" creationId="{A4CAF742-66AD-4811-9D26-4498628E00FD}"/>
          </ac:spMkLst>
        </pc:spChg>
        <pc:spChg chg="mod">
          <ac:chgData name="林 芷歆" userId="45b96cb2-62ac-45c6-b1a7-2382a1a7c7fe" providerId="ADAL" clId="{001DBCA2-68C5-4730-84F0-9509E9BBE04B}" dt="2021-09-13T10:00:51.483" v="2021" actId="1076"/>
          <ac:spMkLst>
            <pc:docMk/>
            <pc:sldMk cId="2436605257" sldId="3330"/>
            <ac:spMk id="59" creationId="{DF602B5A-3617-4BE2-BBF3-742253382E7A}"/>
          </ac:spMkLst>
        </pc:spChg>
        <pc:cxnChg chg="mod">
          <ac:chgData name="林 芷歆" userId="45b96cb2-62ac-45c6-b1a7-2382a1a7c7fe" providerId="ADAL" clId="{001DBCA2-68C5-4730-84F0-9509E9BBE04B}" dt="2021-09-13T09:54:37.244" v="1980" actId="14100"/>
          <ac:cxnSpMkLst>
            <pc:docMk/>
            <pc:sldMk cId="2436605257" sldId="3330"/>
            <ac:cxnSpMk id="24" creationId="{2CDB389A-2C98-4AF9-A6AE-BC074EADDB69}"/>
          </ac:cxnSpMkLst>
        </pc:cxnChg>
      </pc:sldChg>
      <pc:sldChg chg="add del">
        <pc:chgData name="林 芷歆" userId="45b96cb2-62ac-45c6-b1a7-2382a1a7c7fe" providerId="ADAL" clId="{001DBCA2-68C5-4730-84F0-9509E9BBE04B}" dt="2021-09-13T02:45:25.294" v="283"/>
        <pc:sldMkLst>
          <pc:docMk/>
          <pc:sldMk cId="1972421836" sldId="3331"/>
        </pc:sldMkLst>
      </pc:sldChg>
      <pc:sldChg chg="add del">
        <pc:chgData name="林 芷歆" userId="45b96cb2-62ac-45c6-b1a7-2382a1a7c7fe" providerId="ADAL" clId="{001DBCA2-68C5-4730-84F0-9509E9BBE04B}" dt="2021-09-13T02:47:19.684" v="310"/>
        <pc:sldMkLst>
          <pc:docMk/>
          <pc:sldMk cId="3206864289" sldId="3331"/>
        </pc:sldMkLst>
      </pc:sldChg>
      <pc:sldMasterChg chg="addSp modSp mod modSldLayout">
        <pc:chgData name="林 芷歆" userId="45b96cb2-62ac-45c6-b1a7-2382a1a7c7fe" providerId="ADAL" clId="{001DBCA2-68C5-4730-84F0-9509E9BBE04B}" dt="2021-09-13T07:52:22.971" v="1766" actId="478"/>
        <pc:sldMasterMkLst>
          <pc:docMk/>
          <pc:sldMasterMk cId="2667736428" sldId="2147483648"/>
        </pc:sldMasterMkLst>
        <pc:picChg chg="add mod">
          <ac:chgData name="林 芷歆" userId="45b96cb2-62ac-45c6-b1a7-2382a1a7c7fe" providerId="ADAL" clId="{001DBCA2-68C5-4730-84F0-9509E9BBE04B}" dt="2021-09-13T07:51:45.623" v="1764" actId="14100"/>
          <ac:picMkLst>
            <pc:docMk/>
            <pc:sldMasterMk cId="2667736428" sldId="2147483648"/>
            <ac:picMk id="8" creationId="{D3AF7A29-2C38-4940-A89A-BF716B1CB307}"/>
          </ac:picMkLst>
        </pc:picChg>
        <pc:sldLayoutChg chg="addSp delSp modSp mod">
          <pc:chgData name="林 芷歆" userId="45b96cb2-62ac-45c6-b1a7-2382a1a7c7fe" providerId="ADAL" clId="{001DBCA2-68C5-4730-84F0-9509E9BBE04B}" dt="2021-09-13T07:50:04.655" v="1763" actId="478"/>
          <pc:sldLayoutMkLst>
            <pc:docMk/>
            <pc:sldMasterMk cId="2667736428" sldId="2147483648"/>
            <pc:sldLayoutMk cId="344712772" sldId="2147483649"/>
          </pc:sldLayoutMkLst>
          <pc:spChg chg="del">
            <ac:chgData name="林 芷歆" userId="45b96cb2-62ac-45c6-b1a7-2382a1a7c7fe" providerId="ADAL" clId="{001DBCA2-68C5-4730-84F0-9509E9BBE04B}" dt="2021-09-13T03:56:12.029" v="934" actId="478"/>
            <ac:spMkLst>
              <pc:docMk/>
              <pc:sldMasterMk cId="2667736428" sldId="2147483648"/>
              <pc:sldLayoutMk cId="344712772" sldId="2147483649"/>
              <ac:spMk id="2" creationId="{00000000-0000-0000-0000-000000000000}"/>
            </ac:spMkLst>
          </pc:spChg>
          <pc:spChg chg="del">
            <ac:chgData name="林 芷歆" userId="45b96cb2-62ac-45c6-b1a7-2382a1a7c7fe" providerId="ADAL" clId="{001DBCA2-68C5-4730-84F0-9509E9BBE04B}" dt="2021-09-13T03:56:12.029" v="934" actId="478"/>
            <ac:spMkLst>
              <pc:docMk/>
              <pc:sldMasterMk cId="2667736428" sldId="2147483648"/>
              <pc:sldLayoutMk cId="344712772" sldId="2147483649"/>
              <ac:spMk id="3" creationId="{00000000-0000-0000-0000-000000000000}"/>
            </ac:spMkLst>
          </pc:spChg>
          <pc:spChg chg="add mod">
            <ac:chgData name="林 芷歆" userId="45b96cb2-62ac-45c6-b1a7-2382a1a7c7fe" providerId="ADAL" clId="{001DBCA2-68C5-4730-84F0-9509E9BBE04B}" dt="2021-09-13T03:56:17.473" v="935"/>
            <ac:spMkLst>
              <pc:docMk/>
              <pc:sldMasterMk cId="2667736428" sldId="2147483648"/>
              <pc:sldLayoutMk cId="344712772" sldId="2147483649"/>
              <ac:spMk id="7" creationId="{E2512EB1-2BDE-44D9-85B1-2E7506B6887D}"/>
            </ac:spMkLst>
          </pc:spChg>
          <pc:picChg chg="add del mod">
            <ac:chgData name="林 芷歆" userId="45b96cb2-62ac-45c6-b1a7-2382a1a7c7fe" providerId="ADAL" clId="{001DBCA2-68C5-4730-84F0-9509E9BBE04B}" dt="2021-09-13T07:50:04.655" v="1763" actId="478"/>
            <ac:picMkLst>
              <pc:docMk/>
              <pc:sldMasterMk cId="2667736428" sldId="2147483648"/>
              <pc:sldLayoutMk cId="344712772" sldId="2147483649"/>
              <ac:picMk id="6" creationId="{44DA7318-392F-4262-B96B-4009F1F6D019}"/>
            </ac:picMkLst>
          </pc:picChg>
        </pc:sldLayoutChg>
        <pc:sldLayoutChg chg="addSp delSp modSp mod">
          <pc:chgData name="林 芷歆" userId="45b96cb2-62ac-45c6-b1a7-2382a1a7c7fe" providerId="ADAL" clId="{001DBCA2-68C5-4730-84F0-9509E9BBE04B}" dt="2021-09-13T07:52:17.957" v="1765" actId="478"/>
          <pc:sldLayoutMkLst>
            <pc:docMk/>
            <pc:sldMasterMk cId="2667736428" sldId="2147483648"/>
            <pc:sldLayoutMk cId="3510352153" sldId="2147483650"/>
          </pc:sldLayoutMkLst>
          <pc:picChg chg="add del mod modCrop">
            <ac:chgData name="林 芷歆" userId="45b96cb2-62ac-45c6-b1a7-2382a1a7c7fe" providerId="ADAL" clId="{001DBCA2-68C5-4730-84F0-9509E9BBE04B}" dt="2021-09-13T07:52:17.957" v="1765" actId="478"/>
            <ac:picMkLst>
              <pc:docMk/>
              <pc:sldMasterMk cId="2667736428" sldId="2147483648"/>
              <pc:sldLayoutMk cId="3510352153" sldId="2147483650"/>
              <ac:picMk id="8" creationId="{C5E079CB-9134-48E8-A761-CC5C35D671FE}"/>
            </ac:picMkLst>
          </pc:picChg>
          <pc:picChg chg="del">
            <ac:chgData name="林 芷歆" userId="45b96cb2-62ac-45c6-b1a7-2382a1a7c7fe" providerId="ADAL" clId="{001DBCA2-68C5-4730-84F0-9509E9BBE04B}" dt="2021-09-13T02:46:24.861" v="295" actId="478"/>
            <ac:picMkLst>
              <pc:docMk/>
              <pc:sldMasterMk cId="2667736428" sldId="2147483648"/>
              <pc:sldLayoutMk cId="3510352153" sldId="2147483650"/>
              <ac:picMk id="10" creationId="{C00C56ED-84C2-4660-836C-DB968177AB0C}"/>
            </ac:picMkLst>
          </pc:picChg>
        </pc:sldLayoutChg>
        <pc:sldLayoutChg chg="addSp delSp modSp mod">
          <pc:chgData name="林 芷歆" userId="45b96cb2-62ac-45c6-b1a7-2382a1a7c7fe" providerId="ADAL" clId="{001DBCA2-68C5-4730-84F0-9509E9BBE04B}" dt="2021-09-13T07:52:22.971" v="1766" actId="478"/>
          <pc:sldLayoutMkLst>
            <pc:docMk/>
            <pc:sldMasterMk cId="2667736428" sldId="2147483648"/>
            <pc:sldLayoutMk cId="891189639" sldId="2147483651"/>
          </pc:sldLayoutMkLst>
          <pc:spChg chg="del">
            <ac:chgData name="林 芷歆" userId="45b96cb2-62ac-45c6-b1a7-2382a1a7c7fe" providerId="ADAL" clId="{001DBCA2-68C5-4730-84F0-9509E9BBE04B}" dt="2021-09-13T03:56:22.076" v="936" actId="478"/>
            <ac:spMkLst>
              <pc:docMk/>
              <pc:sldMasterMk cId="2667736428" sldId="2147483648"/>
              <pc:sldLayoutMk cId="891189639" sldId="2147483651"/>
              <ac:spMk id="2" creationId="{00000000-0000-0000-0000-000000000000}"/>
            </ac:spMkLst>
          </pc:spChg>
          <pc:spChg chg="del">
            <ac:chgData name="林 芷歆" userId="45b96cb2-62ac-45c6-b1a7-2382a1a7c7fe" providerId="ADAL" clId="{001DBCA2-68C5-4730-84F0-9509E9BBE04B}" dt="2021-09-13T03:56:22.076" v="936" actId="478"/>
            <ac:spMkLst>
              <pc:docMk/>
              <pc:sldMasterMk cId="2667736428" sldId="2147483648"/>
              <pc:sldLayoutMk cId="891189639" sldId="2147483651"/>
              <ac:spMk id="3" creationId="{00000000-0000-0000-0000-000000000000}"/>
            </ac:spMkLst>
          </pc:spChg>
          <pc:spChg chg="del">
            <ac:chgData name="林 芷歆" userId="45b96cb2-62ac-45c6-b1a7-2382a1a7c7fe" providerId="ADAL" clId="{001DBCA2-68C5-4730-84F0-9509E9BBE04B}" dt="2021-09-13T02:46:20.789" v="293" actId="478"/>
            <ac:spMkLst>
              <pc:docMk/>
              <pc:sldMasterMk cId="2667736428" sldId="2147483648"/>
              <pc:sldLayoutMk cId="891189639" sldId="2147483651"/>
              <ac:spMk id="4" creationId="{00000000-0000-0000-0000-000000000000}"/>
            </ac:spMkLst>
          </pc:spChg>
          <pc:spChg chg="add mod">
            <ac:chgData name="林 芷歆" userId="45b96cb2-62ac-45c6-b1a7-2382a1a7c7fe" providerId="ADAL" clId="{001DBCA2-68C5-4730-84F0-9509E9BBE04B}" dt="2021-09-13T03:56:23.062" v="937"/>
            <ac:spMkLst>
              <pc:docMk/>
              <pc:sldMasterMk cId="2667736428" sldId="2147483648"/>
              <pc:sldLayoutMk cId="891189639" sldId="2147483651"/>
              <ac:spMk id="7" creationId="{575BF45B-A003-4D46-93BE-F9389A8DE8A9}"/>
            </ac:spMkLst>
          </pc:spChg>
          <pc:picChg chg="add del mod">
            <ac:chgData name="林 芷歆" userId="45b96cb2-62ac-45c6-b1a7-2382a1a7c7fe" providerId="ADAL" clId="{001DBCA2-68C5-4730-84F0-9509E9BBE04B}" dt="2021-09-13T07:52:22.971" v="1766" actId="478"/>
            <ac:picMkLst>
              <pc:docMk/>
              <pc:sldMasterMk cId="2667736428" sldId="2147483648"/>
              <pc:sldLayoutMk cId="891189639" sldId="2147483651"/>
              <ac:picMk id="4" creationId="{82D9389B-3CF1-4221-BBD8-8FFA83884EEB}"/>
            </ac:picMkLst>
          </pc:picChg>
          <pc:picChg chg="del">
            <ac:chgData name="林 芷歆" userId="45b96cb2-62ac-45c6-b1a7-2382a1a7c7fe" providerId="ADAL" clId="{001DBCA2-68C5-4730-84F0-9509E9BBE04B}" dt="2021-09-13T02:46:21.637" v="294" actId="478"/>
            <ac:picMkLst>
              <pc:docMk/>
              <pc:sldMasterMk cId="2667736428" sldId="2147483648"/>
              <pc:sldLayoutMk cId="891189639" sldId="2147483651"/>
              <ac:picMk id="11" creationId="{F8754FC1-F435-448C-B1D0-1390A8BEBF69}"/>
            </ac:picMkLst>
          </pc:picChg>
        </pc:sldLayoutChg>
        <pc:sldLayoutChg chg="addSp delSp modSp mod">
          <pc:chgData name="林 芷歆" userId="45b96cb2-62ac-45c6-b1a7-2382a1a7c7fe" providerId="ADAL" clId="{001DBCA2-68C5-4730-84F0-9509E9BBE04B}" dt="2021-09-13T07:49:19.191" v="1755"/>
          <pc:sldLayoutMkLst>
            <pc:docMk/>
            <pc:sldMasterMk cId="2667736428" sldId="2147483648"/>
            <pc:sldLayoutMk cId="4071106223" sldId="2147483652"/>
          </pc:sldLayoutMkLst>
          <pc:spChg chg="del">
            <ac:chgData name="林 芷歆" userId="45b96cb2-62ac-45c6-b1a7-2382a1a7c7fe" providerId="ADAL" clId="{001DBCA2-68C5-4730-84F0-9509E9BBE04B}" dt="2021-09-13T03:56:25.915" v="938" actId="478"/>
            <ac:spMkLst>
              <pc:docMk/>
              <pc:sldMasterMk cId="2667736428" sldId="2147483648"/>
              <pc:sldLayoutMk cId="4071106223" sldId="2147483652"/>
              <ac:spMk id="2" creationId="{00000000-0000-0000-0000-000000000000}"/>
            </ac:spMkLst>
          </pc:spChg>
          <pc:spChg chg="add mod">
            <ac:chgData name="林 芷歆" userId="45b96cb2-62ac-45c6-b1a7-2382a1a7c7fe" providerId="ADAL" clId="{001DBCA2-68C5-4730-84F0-9509E9BBE04B}" dt="2021-09-13T03:56:26.901" v="939"/>
            <ac:spMkLst>
              <pc:docMk/>
              <pc:sldMasterMk cId="2667736428" sldId="2147483648"/>
              <pc:sldLayoutMk cId="4071106223" sldId="2147483652"/>
              <ac:spMk id="6" creationId="{8AF751B1-90E2-47FA-B92B-A317DFA302DA}"/>
            </ac:spMkLst>
          </pc:spChg>
          <pc:picChg chg="add del mod">
            <ac:chgData name="林 芷歆" userId="45b96cb2-62ac-45c6-b1a7-2382a1a7c7fe" providerId="ADAL" clId="{001DBCA2-68C5-4730-84F0-9509E9BBE04B}" dt="2021-09-13T07:49:19.191" v="1755"/>
            <ac:picMkLst>
              <pc:docMk/>
              <pc:sldMasterMk cId="2667736428" sldId="2147483648"/>
              <pc:sldLayoutMk cId="4071106223" sldId="2147483652"/>
              <ac:picMk id="8" creationId="{D9EFBC9E-FF85-492C-847A-5897473ABD65}"/>
            </ac:picMkLst>
          </pc:picChg>
        </pc:sldLayoutChg>
        <pc:sldLayoutChg chg="addSp delSp modSp">
          <pc:chgData name="林 芷歆" userId="45b96cb2-62ac-45c6-b1a7-2382a1a7c7fe" providerId="ADAL" clId="{001DBCA2-68C5-4730-84F0-9509E9BBE04B}" dt="2021-09-13T07:49:17.087" v="1753"/>
          <pc:sldLayoutMkLst>
            <pc:docMk/>
            <pc:sldMasterMk cId="2667736428" sldId="2147483648"/>
            <pc:sldLayoutMk cId="34513602" sldId="2147483653"/>
          </pc:sldLayoutMkLst>
          <pc:picChg chg="add del mod">
            <ac:chgData name="林 芷歆" userId="45b96cb2-62ac-45c6-b1a7-2382a1a7c7fe" providerId="ADAL" clId="{001DBCA2-68C5-4730-84F0-9509E9BBE04B}" dt="2021-09-13T07:49:17.087" v="1753"/>
            <ac:picMkLst>
              <pc:docMk/>
              <pc:sldMasterMk cId="2667736428" sldId="2147483648"/>
              <pc:sldLayoutMk cId="34513602" sldId="2147483653"/>
              <ac:picMk id="10" creationId="{5411DB8F-ACE9-4E96-AB13-2971B72B72F1}"/>
            </ac:picMkLst>
          </pc:picChg>
        </pc:sldLayoutChg>
        <pc:sldLayoutChg chg="addSp delSp modSp mod">
          <pc:chgData name="林 芷歆" userId="45b96cb2-62ac-45c6-b1a7-2382a1a7c7fe" providerId="ADAL" clId="{001DBCA2-68C5-4730-84F0-9509E9BBE04B}" dt="2021-09-13T07:49:15.943" v="1752"/>
          <pc:sldLayoutMkLst>
            <pc:docMk/>
            <pc:sldMasterMk cId="2667736428" sldId="2147483648"/>
            <pc:sldLayoutMk cId="1151912152" sldId="2147483654"/>
          </pc:sldLayoutMkLst>
          <pc:spChg chg="del">
            <ac:chgData name="林 芷歆" userId="45b96cb2-62ac-45c6-b1a7-2382a1a7c7fe" providerId="ADAL" clId="{001DBCA2-68C5-4730-84F0-9509E9BBE04B}" dt="2021-09-13T03:56:30.350" v="940" actId="478"/>
            <ac:spMkLst>
              <pc:docMk/>
              <pc:sldMasterMk cId="2667736428" sldId="2147483648"/>
              <pc:sldLayoutMk cId="1151912152" sldId="2147483654"/>
              <ac:spMk id="2" creationId="{00000000-0000-0000-0000-000000000000}"/>
            </ac:spMkLst>
          </pc:spChg>
          <pc:spChg chg="add mod">
            <ac:chgData name="林 芷歆" userId="45b96cb2-62ac-45c6-b1a7-2382a1a7c7fe" providerId="ADAL" clId="{001DBCA2-68C5-4730-84F0-9509E9BBE04B}" dt="2021-09-13T03:56:31.227" v="941"/>
            <ac:spMkLst>
              <pc:docMk/>
              <pc:sldMasterMk cId="2667736428" sldId="2147483648"/>
              <pc:sldLayoutMk cId="1151912152" sldId="2147483654"/>
              <ac:spMk id="6" creationId="{33CD31F7-51FE-4E34-8635-B993518FE6DE}"/>
            </ac:spMkLst>
          </pc:spChg>
          <pc:picChg chg="add del mod">
            <ac:chgData name="林 芷歆" userId="45b96cb2-62ac-45c6-b1a7-2382a1a7c7fe" providerId="ADAL" clId="{001DBCA2-68C5-4730-84F0-9509E9BBE04B}" dt="2021-09-13T07:49:15.943" v="1752"/>
            <ac:picMkLst>
              <pc:docMk/>
              <pc:sldMasterMk cId="2667736428" sldId="2147483648"/>
              <pc:sldLayoutMk cId="1151912152" sldId="2147483654"/>
              <ac:picMk id="7" creationId="{CEE01D34-6E88-4DD5-AFC8-B6AD8BECF602}"/>
            </ac:picMkLst>
          </pc:picChg>
        </pc:sldLayoutChg>
        <pc:sldLayoutChg chg="addSp delSp modSp">
          <pc:chgData name="林 芷歆" userId="45b96cb2-62ac-45c6-b1a7-2382a1a7c7fe" providerId="ADAL" clId="{001DBCA2-68C5-4730-84F0-9509E9BBE04B}" dt="2021-09-13T07:49:15.572" v="1751"/>
          <pc:sldLayoutMkLst>
            <pc:docMk/>
            <pc:sldMasterMk cId="2667736428" sldId="2147483648"/>
            <pc:sldLayoutMk cId="2518312061" sldId="2147483655"/>
          </pc:sldLayoutMkLst>
          <pc:spChg chg="add del mod">
            <ac:chgData name="林 芷歆" userId="45b96cb2-62ac-45c6-b1a7-2382a1a7c7fe" providerId="ADAL" clId="{001DBCA2-68C5-4730-84F0-9509E9BBE04B}" dt="2021-09-13T03:58:10.976" v="950"/>
            <ac:spMkLst>
              <pc:docMk/>
              <pc:sldMasterMk cId="2667736428" sldId="2147483648"/>
              <pc:sldLayoutMk cId="2518312061" sldId="2147483655"/>
              <ac:spMk id="5" creationId="{8B3E57C3-7BC7-4235-9FCB-1CF246AF0C29}"/>
            </ac:spMkLst>
          </pc:spChg>
          <pc:picChg chg="add del mod">
            <ac:chgData name="林 芷歆" userId="45b96cb2-62ac-45c6-b1a7-2382a1a7c7fe" providerId="ADAL" clId="{001DBCA2-68C5-4730-84F0-9509E9BBE04B}" dt="2021-09-13T07:49:15.572" v="1751"/>
            <ac:picMkLst>
              <pc:docMk/>
              <pc:sldMasterMk cId="2667736428" sldId="2147483648"/>
              <pc:sldLayoutMk cId="2518312061" sldId="2147483655"/>
              <ac:picMk id="5" creationId="{E60B0AC8-B0DE-4583-8A60-C18D73C88046}"/>
            </ac:picMkLst>
          </pc:picChg>
        </pc:sldLayoutChg>
        <pc:sldLayoutChg chg="addSp delSp modSp">
          <pc:chgData name="林 芷歆" userId="45b96cb2-62ac-45c6-b1a7-2382a1a7c7fe" providerId="ADAL" clId="{001DBCA2-68C5-4730-84F0-9509E9BBE04B}" dt="2021-09-13T07:49:15.192" v="1750"/>
          <pc:sldLayoutMkLst>
            <pc:docMk/>
            <pc:sldMasterMk cId="2667736428" sldId="2147483648"/>
            <pc:sldLayoutMk cId="646166893" sldId="2147483656"/>
          </pc:sldLayoutMkLst>
          <pc:picChg chg="add del mod">
            <ac:chgData name="林 芷歆" userId="45b96cb2-62ac-45c6-b1a7-2382a1a7c7fe" providerId="ADAL" clId="{001DBCA2-68C5-4730-84F0-9509E9BBE04B}" dt="2021-09-13T07:49:15.192" v="1750"/>
            <ac:picMkLst>
              <pc:docMk/>
              <pc:sldMasterMk cId="2667736428" sldId="2147483648"/>
              <pc:sldLayoutMk cId="646166893" sldId="2147483656"/>
              <ac:picMk id="8" creationId="{1F48BBE0-F528-4564-B590-E14B9DFEBB69}"/>
            </ac:picMkLst>
          </pc:picChg>
        </pc:sldLayoutChg>
        <pc:sldLayoutChg chg="addSp delSp modSp">
          <pc:chgData name="林 芷歆" userId="45b96cb2-62ac-45c6-b1a7-2382a1a7c7fe" providerId="ADAL" clId="{001DBCA2-68C5-4730-84F0-9509E9BBE04B}" dt="2021-09-13T07:49:14.804" v="1749"/>
          <pc:sldLayoutMkLst>
            <pc:docMk/>
            <pc:sldMasterMk cId="2667736428" sldId="2147483648"/>
            <pc:sldLayoutMk cId="729347230" sldId="2147483658"/>
          </pc:sldLayoutMkLst>
          <pc:picChg chg="add del mod">
            <ac:chgData name="林 芷歆" userId="45b96cb2-62ac-45c6-b1a7-2382a1a7c7fe" providerId="ADAL" clId="{001DBCA2-68C5-4730-84F0-9509E9BBE04B}" dt="2021-09-13T07:49:14.804" v="1749"/>
            <ac:picMkLst>
              <pc:docMk/>
              <pc:sldMasterMk cId="2667736428" sldId="2147483648"/>
              <pc:sldLayoutMk cId="729347230" sldId="2147483658"/>
              <ac:picMk id="7" creationId="{1839BB46-156B-4823-A79D-8DAF8B8A0419}"/>
            </ac:picMkLst>
          </pc:picChg>
        </pc:sldLayoutChg>
        <pc:sldLayoutChg chg="addSp delSp modSp">
          <pc:chgData name="林 芷歆" userId="45b96cb2-62ac-45c6-b1a7-2382a1a7c7fe" providerId="ADAL" clId="{001DBCA2-68C5-4730-84F0-9509E9BBE04B}" dt="2021-09-13T07:49:14.165" v="1748"/>
          <pc:sldLayoutMkLst>
            <pc:docMk/>
            <pc:sldMasterMk cId="2667736428" sldId="2147483648"/>
            <pc:sldLayoutMk cId="3555298935" sldId="2147483659"/>
          </pc:sldLayoutMkLst>
          <pc:picChg chg="add del mod">
            <ac:chgData name="林 芷歆" userId="45b96cb2-62ac-45c6-b1a7-2382a1a7c7fe" providerId="ADAL" clId="{001DBCA2-68C5-4730-84F0-9509E9BBE04B}" dt="2021-09-13T07:49:14.165" v="1748"/>
            <ac:picMkLst>
              <pc:docMk/>
              <pc:sldMasterMk cId="2667736428" sldId="2147483648"/>
              <pc:sldLayoutMk cId="3555298935" sldId="2147483659"/>
              <ac:picMk id="7" creationId="{663B1BA0-9C6C-43C6-A2A3-5DB4238D44B1}"/>
            </ac:picMkLst>
          </pc:picChg>
        </pc:sldLayoutChg>
        <pc:sldLayoutChg chg="addSp delSp modSp">
          <pc:chgData name="林 芷歆" userId="45b96cb2-62ac-45c6-b1a7-2382a1a7c7fe" providerId="ADAL" clId="{001DBCA2-68C5-4730-84F0-9509E9BBE04B}" dt="2021-09-13T07:49:13.327" v="1747"/>
          <pc:sldLayoutMkLst>
            <pc:docMk/>
            <pc:sldMasterMk cId="2667736428" sldId="2147483648"/>
            <pc:sldLayoutMk cId="3315379005" sldId="2147483662"/>
          </pc:sldLayoutMkLst>
          <pc:picChg chg="add del mod">
            <ac:chgData name="林 芷歆" userId="45b96cb2-62ac-45c6-b1a7-2382a1a7c7fe" providerId="ADAL" clId="{001DBCA2-68C5-4730-84F0-9509E9BBE04B}" dt="2021-09-13T07:49:13.327" v="1747"/>
            <ac:picMkLst>
              <pc:docMk/>
              <pc:sldMasterMk cId="2667736428" sldId="2147483648"/>
              <pc:sldLayoutMk cId="3315379005" sldId="2147483662"/>
              <ac:picMk id="3" creationId="{BD476F68-DC5F-46D3-9AA6-ACF24349330F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5381C1-F1D9-42B3-85AE-C22FD8107F23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2146E-7CF6-4689-B371-209805C883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9069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+mj-lt"/>
              </a:rPr>
              <a:t>在現今，</a:t>
            </a:r>
            <a:r>
              <a:rPr lang="en-US" altLang="zh-TW" sz="1800" dirty="0">
                <a:latin typeface="+mj-lt"/>
              </a:rPr>
              <a:t>radio access network </a:t>
            </a:r>
            <a:r>
              <a:rPr lang="zh-TW" altLang="en-US" sz="1800" dirty="0">
                <a:latin typeface="+mj-lt"/>
              </a:rPr>
              <a:t> 是屬於 </a:t>
            </a:r>
            <a:r>
              <a:rPr lang="en-US" altLang="zh-TW" sz="1800" dirty="0">
                <a:latin typeface="+mj-lt"/>
              </a:rPr>
              <a:t>all-in-one </a:t>
            </a:r>
            <a:r>
              <a:rPr lang="zh-TW" altLang="en-US" sz="1800" dirty="0">
                <a:latin typeface="+mj-lt"/>
              </a:rPr>
              <a:t>的結構</a:t>
            </a:r>
            <a:r>
              <a:rPr lang="en-US" altLang="zh-TW" sz="1800" dirty="0">
                <a:latin typeface="+mj-lt"/>
              </a:rPr>
              <a:t>,</a:t>
            </a:r>
            <a:r>
              <a:rPr lang="zh-TW" altLang="en-US" sz="1800" dirty="0">
                <a:latin typeface="+mj-lt"/>
              </a:rPr>
              <a:t> 就是一個基地台包含了大部分的網路功能。</a:t>
            </a:r>
            <a:endParaRPr lang="en-US" altLang="zh-TW" sz="1800" dirty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+mj-lt"/>
              </a:rPr>
              <a:t>這些基地台是由少數的供應商所提供，像是華為</a:t>
            </a:r>
            <a:r>
              <a:rPr lang="en-US" altLang="zh-TW" sz="1800" dirty="0">
                <a:latin typeface="+mj-lt"/>
              </a:rPr>
              <a:t>, nokia, </a:t>
            </a:r>
            <a:r>
              <a:rPr lang="zh-TW" altLang="en-US" sz="1800" dirty="0">
                <a:latin typeface="+mj-lt"/>
              </a:rPr>
              <a:t>或是 </a:t>
            </a:r>
            <a:r>
              <a:rPr lang="en-US" altLang="zh-TW" sz="1800" dirty="0">
                <a:latin typeface="+mj-lt"/>
              </a:rPr>
              <a:t>ericsson</a:t>
            </a:r>
            <a:r>
              <a:rPr lang="zh-TW" altLang="en-US" sz="1800" dirty="0">
                <a:latin typeface="+mj-lt"/>
              </a:rPr>
              <a:t>，這些廠商占了大部分的基地台市場。</a:t>
            </a:r>
            <a:endParaRPr lang="en-US" altLang="zh-TW" sz="1800" dirty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+mj-lt"/>
              </a:rPr>
              <a:t>所以像這種  </a:t>
            </a:r>
            <a:r>
              <a:rPr lang="en-US" altLang="zh-TW" sz="1800" dirty="0">
                <a:latin typeface="+mj-lt"/>
              </a:rPr>
              <a:t>all-in-one </a:t>
            </a:r>
            <a:r>
              <a:rPr lang="zh-TW" altLang="en-US" sz="1800" dirty="0">
                <a:latin typeface="+mj-lt"/>
              </a:rPr>
              <a:t>的基地台，它可能帶來一些影響，較難重新配置網路，網路節點之間的合作較有限，網路供應商的選擇有限</a:t>
            </a:r>
            <a:r>
              <a:rPr lang="en-US" altLang="zh-TW" sz="1800" dirty="0">
                <a:latin typeface="+mj-lt"/>
              </a:rPr>
              <a:t>,</a:t>
            </a:r>
            <a:r>
              <a:rPr lang="zh-TW" altLang="en-US" sz="1800" dirty="0">
                <a:latin typeface="+mj-lt"/>
              </a:rPr>
              <a:t>成本難控制。</a:t>
            </a:r>
            <a:endParaRPr lang="en-US" altLang="zh-TW" sz="1800" dirty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+mj-lt"/>
              </a:rPr>
              <a:t>這些原因</a:t>
            </a:r>
            <a:r>
              <a:rPr lang="en-US" altLang="zh-TW" sz="1800" dirty="0">
                <a:latin typeface="+mj-lt"/>
              </a:rPr>
              <a:t>,</a:t>
            </a:r>
            <a:r>
              <a:rPr lang="zh-TW" altLang="en-US" sz="1800" dirty="0">
                <a:latin typeface="+mj-lt"/>
              </a:rPr>
              <a:t>促使一些學者開始提倡開放式的 </a:t>
            </a:r>
            <a:r>
              <a:rPr lang="en-US" altLang="zh-TW" sz="1800" dirty="0">
                <a:latin typeface="+mj-lt"/>
              </a:rPr>
              <a:t>radio access network</a:t>
            </a:r>
            <a:r>
              <a:rPr lang="zh-TW" altLang="en-US" sz="1800" dirty="0">
                <a:latin typeface="+mj-lt"/>
              </a:rPr>
              <a:t>。</a:t>
            </a:r>
            <a:endParaRPr lang="en-US" altLang="zh-TW" sz="1800" dirty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+mj-lt"/>
              </a:rPr>
              <a:t>而 </a:t>
            </a:r>
            <a:r>
              <a:rPr lang="en-US" altLang="zh-TW" sz="1800" dirty="0">
                <a:latin typeface="+mj-lt"/>
              </a:rPr>
              <a:t>open ran </a:t>
            </a:r>
            <a:r>
              <a:rPr lang="zh-TW" altLang="en-US" sz="1800" dirty="0">
                <a:latin typeface="+mj-lt"/>
              </a:rPr>
              <a:t>的架構是基於 分解、虛擬化和軟體定義網路的這些概念所建立的。這使得網路的部屬可以更靈活，另外網路供應商有更多的產品選擇，而不同網路裝置之間透過開放式的介面，可以獲得更多其他網路的資訊，已做出更好的決策。</a:t>
            </a:r>
            <a:endParaRPr lang="en-US" altLang="zh-TW" sz="1800" dirty="0">
              <a:latin typeface="+mj-lt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2146E-7CF6-4689-B371-209805C883EB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94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dirty="0"/>
              <a:t>Oran alliance </a:t>
            </a:r>
            <a:r>
              <a:rPr lang="zh-TW" altLang="en-US" dirty="0"/>
              <a:t>是一個類似於 </a:t>
            </a:r>
            <a:r>
              <a:rPr lang="en-US" altLang="zh-TW" dirty="0"/>
              <a:t>3GPP</a:t>
            </a:r>
            <a:r>
              <a:rPr lang="zh-TW" altLang="en-US" dirty="0"/>
              <a:t> 的組織，由一些學術機構或是私人公司所組成的聯盟，他們致力於提供 </a:t>
            </a:r>
            <a:r>
              <a:rPr lang="en-US" altLang="zh-TW" dirty="0"/>
              <a:t>ORAN </a:t>
            </a:r>
            <a:r>
              <a:rPr lang="zh-TW" altLang="en-US" dirty="0"/>
              <a:t>的解決方案。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會員包含了各國知名的電信公司。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以下是他們主要的貢獻</a:t>
            </a:r>
            <a:r>
              <a:rPr lang="en-US" altLang="zh-TW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TW" altLang="en-US" dirty="0"/>
              <a:t>提供 </a:t>
            </a:r>
            <a:r>
              <a:rPr lang="en-US" altLang="zh-TW" dirty="0"/>
              <a:t>O-ran </a:t>
            </a:r>
            <a:r>
              <a:rPr lang="zh-TW" altLang="en-US" dirty="0"/>
              <a:t>的相關文件。</a:t>
            </a:r>
            <a:endParaRPr lang="en-US" altLang="zh-TW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TW" altLang="en-US" dirty="0"/>
              <a:t>提供開源軟體，讓大家可以嘗試部屬自己的 </a:t>
            </a:r>
            <a:r>
              <a:rPr lang="en-US" altLang="zh-TW" dirty="0"/>
              <a:t>Oran</a:t>
            </a:r>
            <a:r>
              <a:rPr lang="zh-TW" altLang="en-US" dirty="0"/>
              <a:t>。</a:t>
            </a:r>
            <a:endParaRPr lang="en-US" altLang="zh-TW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TW" altLang="en-US" dirty="0"/>
              <a:t>還有協助整合不同會員所提出的解決方案，並測試運作的狀況。</a:t>
            </a:r>
            <a:endParaRPr lang="en-US" altLang="zh-TW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TW" altLang="en-US" dirty="0"/>
              <a:t>此外，提供平台，讓大家可以展示自己的 </a:t>
            </a:r>
            <a:r>
              <a:rPr lang="en-US" altLang="zh-TW" dirty="0" err="1"/>
              <a:t>oran</a:t>
            </a:r>
            <a:r>
              <a:rPr lang="en-US" altLang="zh-TW" dirty="0"/>
              <a:t> </a:t>
            </a:r>
            <a:r>
              <a:rPr lang="zh-TW" altLang="en-US" dirty="0"/>
              <a:t>系統。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2146E-7CF6-4689-B371-209805C883EB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3080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接著就開始介紹 </a:t>
            </a:r>
            <a:r>
              <a:rPr lang="en-US" altLang="zh-TW" dirty="0" err="1"/>
              <a:t>oran</a:t>
            </a:r>
            <a:r>
              <a:rPr lang="en-US" altLang="zh-TW" dirty="0"/>
              <a:t> </a:t>
            </a:r>
            <a:r>
              <a:rPr lang="zh-TW" altLang="en-US" dirty="0"/>
              <a:t>的架構。</a:t>
            </a:r>
            <a:endParaRPr lang="en-US" altLang="zh-TW" dirty="0"/>
          </a:p>
          <a:p>
            <a:r>
              <a:rPr lang="zh-TW" altLang="en-US" dirty="0"/>
              <a:t>傳統基地台，屬於 </a:t>
            </a:r>
            <a:r>
              <a:rPr lang="en-US" altLang="zh-TW" dirty="0"/>
              <a:t>all in one </a:t>
            </a:r>
            <a:r>
              <a:rPr lang="zh-TW" altLang="en-US" dirty="0"/>
              <a:t>的架構，像 </a:t>
            </a:r>
            <a:r>
              <a:rPr lang="en-US" altLang="zh-TW" dirty="0" err="1"/>
              <a:t>cu,du,ru</a:t>
            </a:r>
            <a:r>
              <a:rPr lang="zh-TW" altLang="en-US" dirty="0"/>
              <a:t>這些裝置都是和在一起的，</a:t>
            </a:r>
            <a:r>
              <a:rPr lang="en-US" altLang="zh-TW" dirty="0" err="1"/>
              <a:t>oran</a:t>
            </a:r>
            <a:r>
              <a:rPr lang="zh-TW" altLang="en-US" dirty="0"/>
              <a:t> 較不同的是</a:t>
            </a:r>
            <a:r>
              <a:rPr lang="en-US" altLang="zh-TW" dirty="0"/>
              <a:t>….</a:t>
            </a:r>
            <a:r>
              <a:rPr lang="zh-TW" altLang="en-US" dirty="0"/>
              <a:t>並且使他們可以在一般伺服器上運行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2146E-7CF6-4689-B371-209805C883EB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785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b="0" dirty="0"/>
              <a:t>O-ran </a:t>
            </a:r>
            <a:r>
              <a:rPr lang="zh-TW" altLang="en-US" b="0" dirty="0"/>
              <a:t>的第二個創新是 </a:t>
            </a:r>
            <a:r>
              <a:rPr lang="en-US" altLang="zh-TW" b="0" dirty="0"/>
              <a:t>ran intelligent controller</a:t>
            </a:r>
            <a:r>
              <a:rPr lang="zh-TW" altLang="en-US" b="0" dirty="0"/>
              <a:t>，這個功能可以對網路進行 </a:t>
            </a:r>
            <a:r>
              <a:rPr lang="en-US" altLang="zh-TW" b="0" dirty="0"/>
              <a:t>closed-loop </a:t>
            </a:r>
            <a:r>
              <a:rPr lang="zh-TW" altLang="en-US" b="0" dirty="0"/>
              <a:t>控制。</a:t>
            </a:r>
            <a:endParaRPr lang="en-US" altLang="zh-TW" b="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b="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200" b="0" dirty="0">
                <a:solidFill>
                  <a:srgbClr val="0066FF"/>
                </a:solidFill>
              </a:rPr>
              <a:t>Non-real-time RIC:</a:t>
            </a:r>
            <a:endParaRPr lang="en-US" altLang="zh-TW" b="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TW" altLang="en-US" b="0" dirty="0"/>
              <a:t>為 </a:t>
            </a:r>
            <a:r>
              <a:rPr lang="en-US" altLang="zh-TW" b="0" dirty="0"/>
              <a:t>near-rt </a:t>
            </a:r>
            <a:r>
              <a:rPr lang="en-US" altLang="zh-TW" b="0" dirty="0" err="1"/>
              <a:t>ric</a:t>
            </a:r>
            <a:r>
              <a:rPr lang="zh-TW" altLang="en-US" b="0" dirty="0"/>
              <a:t> </a:t>
            </a:r>
            <a:r>
              <a:rPr lang="en-US" altLang="zh-TW" b="0" dirty="0"/>
              <a:t> </a:t>
            </a:r>
            <a:r>
              <a:rPr lang="zh-TW" altLang="en-US" b="0" dirty="0"/>
              <a:t>提供 </a:t>
            </a:r>
            <a:r>
              <a:rPr lang="en-US" altLang="zh-TW" b="0" dirty="0"/>
              <a:t>ML </a:t>
            </a:r>
            <a:r>
              <a:rPr lang="zh-TW" altLang="en-US" b="0" dirty="0"/>
              <a:t>模型豐富的訊息和管理。</a:t>
            </a:r>
            <a:endParaRPr lang="en-US" altLang="zh-TW" b="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TW" b="0" dirty="0"/>
              <a:t>AI</a:t>
            </a:r>
            <a:r>
              <a:rPr lang="zh-TW" altLang="en-US" b="0" dirty="0"/>
              <a:t> 的演算法是以 </a:t>
            </a:r>
            <a:r>
              <a:rPr lang="en-US" altLang="zh-TW" b="0" dirty="0" err="1"/>
              <a:t>rapp</a:t>
            </a:r>
            <a:r>
              <a:rPr lang="en-US" altLang="zh-TW" b="0" dirty="0"/>
              <a:t> </a:t>
            </a:r>
            <a:r>
              <a:rPr lang="zh-TW" altLang="en-US" b="0" dirty="0"/>
              <a:t>的形式運行，控制迴路的 </a:t>
            </a:r>
            <a:r>
              <a:rPr lang="en-US" altLang="zh-TW" b="0" dirty="0" err="1"/>
              <a:t>dealy</a:t>
            </a:r>
            <a:r>
              <a:rPr lang="en-US" altLang="zh-TW" b="0" dirty="0"/>
              <a:t> </a:t>
            </a:r>
            <a:r>
              <a:rPr lang="zh-TW" altLang="en-US" b="0" dirty="0"/>
              <a:t>大於 </a:t>
            </a:r>
            <a:r>
              <a:rPr lang="en-US" altLang="zh-TW" b="0" dirty="0"/>
              <a:t>1</a:t>
            </a:r>
            <a:r>
              <a:rPr lang="zh-TW" altLang="en-US" b="0" dirty="0"/>
              <a:t> 秒。</a:t>
            </a:r>
            <a:endParaRPr lang="en-US" altLang="zh-TW" b="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TW" altLang="en-US" b="0" dirty="0"/>
              <a:t>因為 </a:t>
            </a:r>
            <a:r>
              <a:rPr lang="en-US" altLang="zh-TW" b="0" dirty="0"/>
              <a:t>non-rt </a:t>
            </a:r>
            <a:r>
              <a:rPr lang="en-US" altLang="zh-TW" b="0" dirty="0" err="1"/>
              <a:t>ric</a:t>
            </a:r>
            <a:r>
              <a:rPr lang="en-US" altLang="zh-TW" b="0" dirty="0"/>
              <a:t> </a:t>
            </a:r>
            <a:r>
              <a:rPr lang="zh-TW" altLang="en-US" b="0" dirty="0"/>
              <a:t>是屬於比較高的網路層級，因此他可控制多個 </a:t>
            </a:r>
            <a:r>
              <a:rPr lang="en-US" altLang="zh-TW" b="0" dirty="0" err="1"/>
              <a:t>oran</a:t>
            </a:r>
            <a:r>
              <a:rPr lang="en-US" altLang="zh-TW" b="0" dirty="0"/>
              <a:t> </a:t>
            </a:r>
            <a:r>
              <a:rPr lang="zh-TW" altLang="en-US" b="0" dirty="0"/>
              <a:t>的子網路，像右邊的圖顯示一樣。</a:t>
            </a:r>
            <a:endParaRPr lang="en-US" altLang="zh-TW" b="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zh-TW" sz="1200" b="0" dirty="0">
              <a:solidFill>
                <a:srgbClr val="0066FF"/>
              </a:solidFill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200" b="0" dirty="0">
                <a:solidFill>
                  <a:srgbClr val="0066FF"/>
                </a:solidFill>
              </a:rPr>
              <a:t>Near-real-time RIC: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200" b="0" dirty="0">
                <a:solidFill>
                  <a:srgbClr val="0066FF"/>
                </a:solidFill>
              </a:rPr>
              <a:t>離網路下層比較靠近，適合用來控制對環境變化敏感的應用，像是 </a:t>
            </a:r>
            <a:r>
              <a:rPr lang="en-US" altLang="zh-TW" sz="1200" b="0" dirty="0">
                <a:solidFill>
                  <a:srgbClr val="0066FF"/>
                </a:solidFill>
              </a:rPr>
              <a:t>radio resource management</a:t>
            </a:r>
            <a:r>
              <a:rPr lang="zh-TW" altLang="en-US" sz="1200" b="0" dirty="0">
                <a:solidFill>
                  <a:srgbClr val="0066FF"/>
                </a:solidFill>
              </a:rPr>
              <a:t>。</a:t>
            </a:r>
            <a:endParaRPr lang="en-US" altLang="zh-TW" sz="1200" b="0" dirty="0">
              <a:solidFill>
                <a:srgbClr val="0066FF"/>
              </a:solidFill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200" b="0" dirty="0">
                <a:solidFill>
                  <a:srgbClr val="0066FF"/>
                </a:solidFill>
              </a:rPr>
              <a:t>和 </a:t>
            </a:r>
            <a:r>
              <a:rPr lang="en-US" altLang="zh-TW" sz="1200" b="0" dirty="0">
                <a:solidFill>
                  <a:srgbClr val="0066FF"/>
                </a:solidFill>
              </a:rPr>
              <a:t>non-rt  </a:t>
            </a:r>
            <a:r>
              <a:rPr lang="en-US" altLang="zh-TW" sz="1200" b="0" dirty="0" err="1">
                <a:solidFill>
                  <a:srgbClr val="0066FF"/>
                </a:solidFill>
              </a:rPr>
              <a:t>ric</a:t>
            </a:r>
            <a:r>
              <a:rPr lang="en-US" altLang="zh-TW" sz="1200" b="0" dirty="0">
                <a:solidFill>
                  <a:srgbClr val="0066FF"/>
                </a:solidFill>
              </a:rPr>
              <a:t> </a:t>
            </a:r>
            <a:r>
              <a:rPr lang="zh-TW" altLang="en-US" sz="1200" b="0" dirty="0">
                <a:solidFill>
                  <a:srgbClr val="0066FF"/>
                </a:solidFill>
              </a:rPr>
              <a:t>不同，演算法是以 </a:t>
            </a:r>
            <a:r>
              <a:rPr lang="en-US" altLang="zh-TW" sz="1200" b="0" dirty="0" err="1">
                <a:solidFill>
                  <a:srgbClr val="0066FF"/>
                </a:solidFill>
              </a:rPr>
              <a:t>xapp</a:t>
            </a:r>
            <a:r>
              <a:rPr lang="en-US" altLang="zh-TW" sz="1200" b="0" dirty="0">
                <a:solidFill>
                  <a:srgbClr val="0066FF"/>
                </a:solidFill>
              </a:rPr>
              <a:t> </a:t>
            </a:r>
            <a:r>
              <a:rPr lang="zh-TW" altLang="en-US" sz="1200" b="0" dirty="0">
                <a:solidFill>
                  <a:srgbClr val="0066FF"/>
                </a:solidFill>
              </a:rPr>
              <a:t>運行，</a:t>
            </a:r>
            <a:r>
              <a:rPr lang="zh-TW" altLang="en-US" b="0" dirty="0"/>
              <a:t>控制迴路的 </a:t>
            </a:r>
            <a:r>
              <a:rPr lang="en-US" altLang="zh-TW" b="0" dirty="0" err="1"/>
              <a:t>dealy</a:t>
            </a:r>
            <a:r>
              <a:rPr lang="en-US" altLang="zh-TW" b="0" dirty="0"/>
              <a:t> </a:t>
            </a:r>
            <a:r>
              <a:rPr lang="zh-TW" altLang="en-US" b="0" dirty="0"/>
              <a:t> 較 </a:t>
            </a:r>
            <a:r>
              <a:rPr lang="en-US" altLang="zh-TW" b="0" dirty="0" err="1"/>
              <a:t>rapp</a:t>
            </a:r>
            <a:r>
              <a:rPr lang="en-US" altLang="zh-TW" b="0" dirty="0"/>
              <a:t> </a:t>
            </a:r>
            <a:r>
              <a:rPr lang="zh-TW" altLang="en-US" b="0" dirty="0"/>
              <a:t>小</a:t>
            </a:r>
            <a:endParaRPr lang="en-US" altLang="zh-TW" b="0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zh-TW" b="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200" b="0" dirty="0">
                <a:solidFill>
                  <a:srgbClr val="0066FF"/>
                </a:solidFill>
              </a:rPr>
              <a:t>O-RAN </a:t>
            </a:r>
            <a:r>
              <a:rPr lang="zh-TW" altLang="en-US" sz="1200" b="0" dirty="0">
                <a:solidFill>
                  <a:srgbClr val="0066FF"/>
                </a:solidFill>
              </a:rPr>
              <a:t>聯盟還提出了不同規範的開放式介面，使得網路不同裝置可以互相溝通。</a:t>
            </a:r>
            <a:endParaRPr lang="en-US" altLang="zh-TW" sz="1200" b="0" dirty="0">
              <a:solidFill>
                <a:srgbClr val="0066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2146E-7CF6-4689-B371-209805C883EB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2086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接下來介紹其中兩個比較重要的  </a:t>
            </a:r>
            <a:r>
              <a:rPr lang="en-US" altLang="zh-TW" dirty="0"/>
              <a:t>interface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首先是連接 </a:t>
            </a:r>
            <a:r>
              <a:rPr lang="en-US" altLang="zh-TW" dirty="0"/>
              <a:t>non-rt </a:t>
            </a:r>
            <a:r>
              <a:rPr lang="en-US" altLang="zh-TW" dirty="0" err="1"/>
              <a:t>ric</a:t>
            </a:r>
            <a:r>
              <a:rPr lang="en-US" altLang="zh-TW" dirty="0"/>
              <a:t> </a:t>
            </a:r>
            <a:r>
              <a:rPr lang="zh-TW" altLang="en-US" dirty="0"/>
              <a:t>與 </a:t>
            </a:r>
            <a:r>
              <a:rPr lang="en-US" altLang="zh-TW" dirty="0"/>
              <a:t>near-rt  </a:t>
            </a:r>
            <a:r>
              <a:rPr lang="en-US" altLang="zh-TW" dirty="0" err="1"/>
              <a:t>ric</a:t>
            </a:r>
            <a:r>
              <a:rPr lang="en-US" altLang="zh-TW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A1</a:t>
            </a:r>
            <a:r>
              <a:rPr lang="zh-TW" altLang="en-US" dirty="0"/>
              <a:t> </a:t>
            </a:r>
            <a:r>
              <a:rPr lang="en-US" altLang="zh-TW" dirty="0"/>
              <a:t>interface</a:t>
            </a:r>
            <a:r>
              <a:rPr lang="zh-TW" altLang="en-US" dirty="0"/>
              <a:t>，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A1 interface </a:t>
            </a:r>
            <a:r>
              <a:rPr lang="zh-TW" altLang="en-US" dirty="0"/>
              <a:t>包含 </a:t>
            </a:r>
            <a:r>
              <a:rPr lang="en-US" altLang="zh-TW" dirty="0"/>
              <a:t>3</a:t>
            </a:r>
            <a:r>
              <a:rPr lang="zh-TW" altLang="en-US" dirty="0"/>
              <a:t> 個 </a:t>
            </a:r>
            <a:r>
              <a:rPr lang="en-US" altLang="zh-TW" dirty="0"/>
              <a:t>service, </a:t>
            </a:r>
            <a:r>
              <a:rPr lang="en-US" altLang="zh-TW" sz="1200" dirty="0">
                <a:solidFill>
                  <a:srgbClr val="0066FF"/>
                </a:solidFill>
              </a:rPr>
              <a:t>A1 Policy management, A1 ML model management, A1 Enrichment Information</a:t>
            </a:r>
            <a:r>
              <a:rPr lang="zh-TW" altLang="en-US" sz="1200" dirty="0">
                <a:solidFill>
                  <a:srgbClr val="0066FF"/>
                </a:solidFill>
              </a:rPr>
              <a:t>。</a:t>
            </a:r>
            <a:endParaRPr lang="en-US" altLang="zh-TW" sz="1200" dirty="0">
              <a:solidFill>
                <a:srgbClr val="0066FF"/>
              </a:solidFill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200" dirty="0">
                <a:solidFill>
                  <a:srgbClr val="0066FF"/>
                </a:solidFill>
              </a:rPr>
              <a:t>A1 Policy management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200" dirty="0">
                <a:solidFill>
                  <a:srgbClr val="0066FF"/>
                </a:solidFill>
              </a:rPr>
              <a:t>由於 </a:t>
            </a:r>
            <a:r>
              <a:rPr lang="en-US" altLang="zh-TW" sz="1200" dirty="0">
                <a:solidFill>
                  <a:srgbClr val="0066FF"/>
                </a:solidFill>
              </a:rPr>
              <a:t>non-rt </a:t>
            </a:r>
            <a:r>
              <a:rPr lang="en-US" altLang="zh-TW" sz="1200" dirty="0" err="1">
                <a:solidFill>
                  <a:srgbClr val="0066FF"/>
                </a:solidFill>
              </a:rPr>
              <a:t>ric</a:t>
            </a:r>
            <a:r>
              <a:rPr lang="en-US" altLang="zh-TW" sz="1200" dirty="0">
                <a:solidFill>
                  <a:srgbClr val="0066FF"/>
                </a:solidFill>
              </a:rPr>
              <a:t> </a:t>
            </a:r>
            <a:r>
              <a:rPr lang="zh-TW" altLang="en-US" sz="1200" dirty="0">
                <a:solidFill>
                  <a:srgbClr val="0066FF"/>
                </a:solidFill>
              </a:rPr>
              <a:t>可連接多個 </a:t>
            </a:r>
            <a:r>
              <a:rPr lang="en-US" altLang="zh-TW" sz="1200" dirty="0">
                <a:solidFill>
                  <a:srgbClr val="0066FF"/>
                </a:solidFill>
              </a:rPr>
              <a:t>network </a:t>
            </a:r>
            <a:r>
              <a:rPr lang="zh-TW" altLang="en-US" sz="1200" dirty="0">
                <a:solidFill>
                  <a:srgbClr val="0066FF"/>
                </a:solidFill>
              </a:rPr>
              <a:t>所以較能全面了解整個網路</a:t>
            </a:r>
            <a:r>
              <a:rPr lang="en-US" altLang="zh-TW" sz="1200" dirty="0">
                <a:solidFill>
                  <a:srgbClr val="0066FF"/>
                </a:solidFill>
              </a:rPr>
              <a:t>,</a:t>
            </a:r>
            <a:r>
              <a:rPr lang="zh-TW" altLang="en-US" sz="1200" dirty="0">
                <a:solidFill>
                  <a:srgbClr val="0066FF"/>
                </a:solidFill>
              </a:rPr>
              <a:t> 因此他可以制定更完整的 </a:t>
            </a:r>
            <a:r>
              <a:rPr lang="en-US" altLang="zh-TW" sz="1200" dirty="0">
                <a:solidFill>
                  <a:srgbClr val="0066FF"/>
                </a:solidFill>
              </a:rPr>
              <a:t>policy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200" dirty="0">
                <a:solidFill>
                  <a:srgbClr val="0066FF"/>
                </a:solidFill>
              </a:rPr>
              <a:t>此外，服務項目也包含 刪除</a:t>
            </a:r>
            <a:r>
              <a:rPr lang="en-US" altLang="zh-TW" sz="1200" dirty="0">
                <a:solidFill>
                  <a:srgbClr val="0066FF"/>
                </a:solidFill>
              </a:rPr>
              <a:t>, </a:t>
            </a:r>
            <a:r>
              <a:rPr lang="zh-TW" altLang="en-US" sz="1200" dirty="0">
                <a:solidFill>
                  <a:srgbClr val="0066FF"/>
                </a:solidFill>
              </a:rPr>
              <a:t>更新</a:t>
            </a:r>
            <a:r>
              <a:rPr lang="en-US" altLang="zh-TW" sz="1200" dirty="0">
                <a:solidFill>
                  <a:srgbClr val="0066FF"/>
                </a:solidFill>
              </a:rPr>
              <a:t>, </a:t>
            </a:r>
            <a:r>
              <a:rPr lang="zh-TW" altLang="en-US" sz="1200" dirty="0">
                <a:solidFill>
                  <a:srgbClr val="0066FF"/>
                </a:solidFill>
              </a:rPr>
              <a:t>訪問 </a:t>
            </a:r>
            <a:r>
              <a:rPr lang="en-US" altLang="zh-TW" sz="1200" dirty="0">
                <a:solidFill>
                  <a:srgbClr val="0066FF"/>
                </a:solidFill>
              </a:rPr>
              <a:t>near rt </a:t>
            </a:r>
            <a:r>
              <a:rPr lang="en-US" altLang="zh-TW" sz="1200" dirty="0" err="1">
                <a:solidFill>
                  <a:srgbClr val="0066FF"/>
                </a:solidFill>
              </a:rPr>
              <a:t>ric</a:t>
            </a:r>
            <a:r>
              <a:rPr lang="en-US" altLang="zh-TW" sz="1200" dirty="0">
                <a:solidFill>
                  <a:srgbClr val="0066FF"/>
                </a:solidFill>
              </a:rPr>
              <a:t> </a:t>
            </a:r>
            <a:r>
              <a:rPr lang="zh-TW" altLang="en-US" sz="1200" dirty="0">
                <a:solidFill>
                  <a:srgbClr val="0066FF"/>
                </a:solidFill>
              </a:rPr>
              <a:t>的 </a:t>
            </a:r>
            <a:r>
              <a:rPr lang="en-US" altLang="zh-TW" sz="1200" dirty="0">
                <a:solidFill>
                  <a:srgbClr val="0066FF"/>
                </a:solidFill>
              </a:rPr>
              <a:t>policy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zh-TW" sz="1200" dirty="0">
              <a:solidFill>
                <a:srgbClr val="0066FF"/>
              </a:solidFill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200" dirty="0">
                <a:solidFill>
                  <a:srgbClr val="0066FF"/>
                </a:solidFill>
              </a:rPr>
              <a:t>A1 Enrichment Information: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200" dirty="0">
                <a:solidFill>
                  <a:srgbClr val="0066FF"/>
                </a:solidFill>
              </a:rPr>
              <a:t>如前一頁所提到的</a:t>
            </a:r>
            <a:r>
              <a:rPr lang="en-US" altLang="zh-TW" sz="1200" dirty="0">
                <a:solidFill>
                  <a:srgbClr val="0066FF"/>
                </a:solidFill>
              </a:rPr>
              <a:t>,</a:t>
            </a:r>
            <a:r>
              <a:rPr lang="zh-TW" altLang="en-US" sz="1200" dirty="0">
                <a:solidFill>
                  <a:srgbClr val="0066FF"/>
                </a:solidFill>
              </a:rPr>
              <a:t> </a:t>
            </a:r>
            <a:r>
              <a:rPr lang="en-US" altLang="zh-TW" sz="1200" dirty="0">
                <a:solidFill>
                  <a:srgbClr val="0066FF"/>
                </a:solidFill>
              </a:rPr>
              <a:t>non-rt </a:t>
            </a:r>
            <a:r>
              <a:rPr lang="en-US" altLang="zh-TW" sz="1200" dirty="0" err="1">
                <a:solidFill>
                  <a:srgbClr val="0066FF"/>
                </a:solidFill>
              </a:rPr>
              <a:t>ric</a:t>
            </a:r>
            <a:r>
              <a:rPr lang="en-US" altLang="zh-TW" sz="1200" dirty="0">
                <a:solidFill>
                  <a:srgbClr val="0066FF"/>
                </a:solidFill>
              </a:rPr>
              <a:t> </a:t>
            </a:r>
            <a:r>
              <a:rPr lang="zh-TW" altLang="en-US" sz="1200" dirty="0">
                <a:solidFill>
                  <a:srgbClr val="0066FF"/>
                </a:solidFill>
              </a:rPr>
              <a:t>可連接多個子網路</a:t>
            </a:r>
            <a:r>
              <a:rPr lang="en-US" altLang="zh-TW" sz="1200" dirty="0">
                <a:solidFill>
                  <a:srgbClr val="0066FF"/>
                </a:solidFill>
              </a:rPr>
              <a:t>,</a:t>
            </a:r>
            <a:r>
              <a:rPr lang="zh-TW" altLang="en-US" sz="1200" dirty="0">
                <a:solidFill>
                  <a:srgbClr val="0066FF"/>
                </a:solidFill>
              </a:rPr>
              <a:t> 所以能夠獲得更豐富的資訊或是 </a:t>
            </a:r>
            <a:r>
              <a:rPr lang="en-US" altLang="zh-TW" sz="1200" dirty="0">
                <a:solidFill>
                  <a:srgbClr val="0066FF"/>
                </a:solidFill>
              </a:rPr>
              <a:t>data</a:t>
            </a:r>
            <a:r>
              <a:rPr lang="zh-TW" altLang="en-US" sz="1200" dirty="0">
                <a:solidFill>
                  <a:srgbClr val="0066FF"/>
                </a:solidFill>
              </a:rPr>
              <a:t>，這樣更有利於 </a:t>
            </a:r>
            <a:r>
              <a:rPr lang="en-US" altLang="zh-TW" sz="1200" dirty="0" err="1">
                <a:solidFill>
                  <a:srgbClr val="0066FF"/>
                </a:solidFill>
              </a:rPr>
              <a:t>xapp</a:t>
            </a:r>
            <a:r>
              <a:rPr lang="zh-TW" altLang="en-US" sz="1200" dirty="0">
                <a:solidFill>
                  <a:srgbClr val="0066FF"/>
                </a:solidFill>
              </a:rPr>
              <a:t> </a:t>
            </a:r>
            <a:r>
              <a:rPr lang="en-US" altLang="zh-TW" sz="1200" dirty="0">
                <a:solidFill>
                  <a:srgbClr val="0066FF"/>
                </a:solidFill>
              </a:rPr>
              <a:t>ai model </a:t>
            </a:r>
            <a:r>
              <a:rPr lang="zh-TW" altLang="en-US" sz="1200" dirty="0">
                <a:solidFill>
                  <a:srgbClr val="0066FF"/>
                </a:solidFill>
              </a:rPr>
              <a:t>的訓練。</a:t>
            </a:r>
            <a:endParaRPr lang="en-US" altLang="zh-TW" sz="1200" dirty="0">
              <a:solidFill>
                <a:srgbClr val="0066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2146E-7CF6-4689-B371-209805C883EB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631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這邊給出了一個 </a:t>
            </a:r>
            <a:r>
              <a:rPr lang="en-US" altLang="zh-TW" dirty="0"/>
              <a:t>A1</a:t>
            </a:r>
            <a:r>
              <a:rPr lang="zh-TW" altLang="en-US" dirty="0"/>
              <a:t> </a:t>
            </a:r>
            <a:r>
              <a:rPr lang="en-US" altLang="zh-TW" dirty="0"/>
              <a:t>interface </a:t>
            </a:r>
            <a:r>
              <a:rPr lang="zh-TW" altLang="en-US" dirty="0"/>
              <a:t>的 </a:t>
            </a:r>
            <a:r>
              <a:rPr lang="en-US" altLang="zh-TW" dirty="0"/>
              <a:t>use case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dirty="0"/>
              <a:t> </a:t>
            </a:r>
            <a:r>
              <a:rPr lang="zh-TW" altLang="en-US" dirty="0"/>
              <a:t>在此 </a:t>
            </a:r>
            <a:r>
              <a:rPr lang="en-US" altLang="zh-TW" dirty="0"/>
              <a:t>use case </a:t>
            </a:r>
            <a:r>
              <a:rPr lang="zh-TW" altLang="en-US" dirty="0"/>
              <a:t>的場景下，有一個 </a:t>
            </a:r>
            <a:r>
              <a:rPr lang="en-US" altLang="zh-TW" dirty="0"/>
              <a:t>ID</a:t>
            </a:r>
            <a:r>
              <a:rPr lang="zh-TW" altLang="en-US" dirty="0"/>
              <a:t>為１的使用者，屬於子網路　１，需要</a:t>
            </a:r>
            <a:r>
              <a:rPr lang="en-US" altLang="zh-TW" dirty="0"/>
              <a:t> voice </a:t>
            </a:r>
            <a:r>
              <a:rPr lang="zh-TW" altLang="en-US" dirty="0"/>
              <a:t>和行動寬頻的服務，並且處於四個頻段的覆蓋之下的區域。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2146E-7CF6-4689-B371-209805C883EB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0434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Non-rt </a:t>
            </a:r>
            <a:r>
              <a:rPr lang="en-US" altLang="zh-TW" dirty="0" err="1"/>
              <a:t>ric</a:t>
            </a:r>
            <a:r>
              <a:rPr lang="zh-TW" altLang="en-US" dirty="0"/>
              <a:t> 得知使用者所需的服務的需求和特性，讓  </a:t>
            </a:r>
            <a:r>
              <a:rPr lang="en-US" altLang="zh-TW" dirty="0"/>
              <a:t>voice </a:t>
            </a:r>
            <a:r>
              <a:rPr lang="zh-TW" altLang="en-US" dirty="0"/>
              <a:t>和  </a:t>
            </a:r>
            <a:r>
              <a:rPr lang="en-US" altLang="zh-TW" dirty="0"/>
              <a:t>control </a:t>
            </a:r>
            <a:r>
              <a:rPr lang="zh-TW" altLang="en-US" dirty="0"/>
              <a:t> </a:t>
            </a:r>
            <a:r>
              <a:rPr lang="en-US" altLang="zh-TW" dirty="0"/>
              <a:t>data </a:t>
            </a:r>
            <a:r>
              <a:rPr lang="zh-TW" altLang="en-US" dirty="0"/>
              <a:t>的傳送的服務以頻寬較低的基地台服務。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2146E-7CF6-4689-B371-209805C883EB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609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行動寬頻需要較即時的服務，因此分配給頻寬較高的基地台負責。</a:t>
            </a:r>
            <a:endParaRPr lang="en-US" altLang="zh-TW" dirty="0"/>
          </a:p>
          <a:p>
            <a:r>
              <a:rPr lang="zh-TW" altLang="en-US" dirty="0"/>
              <a:t>若 </a:t>
            </a:r>
            <a:r>
              <a:rPr lang="en-US" altLang="zh-TW" dirty="0" err="1"/>
              <a:t>cellC</a:t>
            </a:r>
            <a:r>
              <a:rPr lang="en-US" altLang="zh-TW" dirty="0"/>
              <a:t> </a:t>
            </a:r>
            <a:r>
              <a:rPr lang="zh-TW" altLang="en-US" dirty="0"/>
              <a:t>與 </a:t>
            </a:r>
            <a:r>
              <a:rPr lang="en-US" altLang="zh-TW" dirty="0" err="1"/>
              <a:t>cellC</a:t>
            </a:r>
            <a:r>
              <a:rPr lang="en-US" altLang="zh-TW" dirty="0"/>
              <a:t> </a:t>
            </a:r>
            <a:r>
              <a:rPr lang="zh-TW" altLang="en-US" dirty="0"/>
              <a:t>無法連線或過載時，考慮以 </a:t>
            </a:r>
            <a:r>
              <a:rPr lang="en-US" altLang="zh-TW" dirty="0" err="1"/>
              <a:t>cellA</a:t>
            </a:r>
            <a:r>
              <a:rPr lang="en-US" altLang="zh-TW" dirty="0"/>
              <a:t> </a:t>
            </a:r>
            <a:r>
              <a:rPr lang="zh-TW" altLang="en-US" dirty="0"/>
              <a:t>負責。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2146E-7CF6-4689-B371-209805C883EB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54248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這部分要來介紹 </a:t>
            </a:r>
            <a:r>
              <a:rPr lang="en-US" altLang="zh-TW" dirty="0"/>
              <a:t>near-rt </a:t>
            </a:r>
            <a:r>
              <a:rPr lang="en-US" altLang="zh-TW" dirty="0" err="1"/>
              <a:t>ric</a:t>
            </a:r>
            <a:r>
              <a:rPr lang="en-US" altLang="zh-TW" dirty="0"/>
              <a:t> </a:t>
            </a:r>
            <a:r>
              <a:rPr lang="zh-TW" altLang="en-US" dirty="0"/>
              <a:t>是如何透過 </a:t>
            </a:r>
            <a:r>
              <a:rPr lang="en-US" altLang="zh-TW" dirty="0"/>
              <a:t>e2 interface</a:t>
            </a:r>
            <a:r>
              <a:rPr lang="zh-TW" altLang="en-US" dirty="0"/>
              <a:t> 進行控制及溝通。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因此，需建立起 </a:t>
            </a:r>
            <a:r>
              <a:rPr lang="en-US" altLang="zh-TW" dirty="0" err="1"/>
              <a:t>ric</a:t>
            </a:r>
            <a:r>
              <a:rPr lang="en-US" altLang="zh-TW" dirty="0"/>
              <a:t> </a:t>
            </a:r>
            <a:r>
              <a:rPr lang="zh-TW" altLang="en-US" dirty="0"/>
              <a:t>和 </a:t>
            </a:r>
            <a:r>
              <a:rPr lang="en-US" altLang="zh-TW" dirty="0"/>
              <a:t>E2</a:t>
            </a:r>
            <a:r>
              <a:rPr lang="zh-TW" altLang="en-US" dirty="0"/>
              <a:t> </a:t>
            </a:r>
            <a:r>
              <a:rPr lang="en-US" altLang="zh-TW" dirty="0"/>
              <a:t>node </a:t>
            </a:r>
            <a:r>
              <a:rPr lang="zh-TW" altLang="en-US" dirty="0"/>
              <a:t>的溝通橋樑。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再建立完 </a:t>
            </a:r>
            <a:r>
              <a:rPr lang="en-US" altLang="zh-TW" dirty="0" err="1"/>
              <a:t>sctp</a:t>
            </a:r>
            <a:r>
              <a:rPr lang="en-US" altLang="zh-TW" dirty="0"/>
              <a:t> </a:t>
            </a:r>
            <a:r>
              <a:rPr lang="zh-TW" altLang="en-US" dirty="0"/>
              <a:t>的連線後，</a:t>
            </a:r>
            <a:r>
              <a:rPr lang="en-US" altLang="zh-TW" dirty="0"/>
              <a:t>E2</a:t>
            </a:r>
            <a:r>
              <a:rPr lang="zh-TW" altLang="en-US" dirty="0"/>
              <a:t> </a:t>
            </a:r>
            <a:r>
              <a:rPr lang="en-US" altLang="zh-TW" dirty="0"/>
              <a:t>node </a:t>
            </a:r>
            <a:r>
              <a:rPr lang="zh-TW" altLang="en-US" dirty="0"/>
              <a:t>發送 </a:t>
            </a:r>
            <a:r>
              <a:rPr lang="en-US" altLang="zh-TW" dirty="0"/>
              <a:t>setup request, </a:t>
            </a:r>
            <a:r>
              <a:rPr lang="zh-TW" altLang="en-US" dirty="0"/>
              <a:t>並同時附帶 </a:t>
            </a:r>
            <a:r>
              <a:rPr lang="en-US" altLang="zh-TW" dirty="0"/>
              <a:t>node </a:t>
            </a:r>
            <a:r>
              <a:rPr lang="zh-TW" altLang="en-US" dirty="0"/>
              <a:t>的位置及需要的服務項目資訊。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dirty="0"/>
              <a:t>Near-rt </a:t>
            </a:r>
            <a:r>
              <a:rPr lang="en-US" altLang="zh-TW" dirty="0" err="1"/>
              <a:t>ric</a:t>
            </a:r>
            <a:r>
              <a:rPr lang="en-US" altLang="zh-TW" dirty="0"/>
              <a:t> </a:t>
            </a:r>
            <a:r>
              <a:rPr lang="zh-TW" altLang="en-US" dirty="0"/>
              <a:t>確認是哪個 </a:t>
            </a:r>
            <a:r>
              <a:rPr lang="en-US" altLang="zh-TW" dirty="0"/>
              <a:t>e2 node </a:t>
            </a:r>
            <a:r>
              <a:rPr lang="zh-TW" altLang="en-US" dirty="0"/>
              <a:t>並配置</a:t>
            </a:r>
            <a:r>
              <a:rPr lang="en-US" altLang="zh-TW" dirty="0"/>
              <a:t>node</a:t>
            </a:r>
            <a:r>
              <a:rPr lang="zh-TW" altLang="en-US" dirty="0"/>
              <a:t>需要的服務，最後發送 </a:t>
            </a:r>
            <a:r>
              <a:rPr lang="en-US" altLang="zh-TW" dirty="0"/>
              <a:t>response</a:t>
            </a:r>
            <a:r>
              <a:rPr lang="zh-TW" altLang="en-US" dirty="0"/>
              <a:t> 告知 </a:t>
            </a:r>
            <a:r>
              <a:rPr lang="en-US" altLang="zh-TW" dirty="0"/>
              <a:t>E2</a:t>
            </a:r>
            <a:r>
              <a:rPr lang="zh-TW" altLang="en-US" dirty="0"/>
              <a:t> </a:t>
            </a:r>
            <a:r>
              <a:rPr lang="en-US" altLang="zh-TW" dirty="0"/>
              <a:t>node </a:t>
            </a:r>
            <a:r>
              <a:rPr lang="zh-TW" altLang="en-US" dirty="0"/>
              <a:t>已完成設定。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2146E-7CF6-4689-B371-209805C883EB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5783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在建立完連線後， </a:t>
            </a:r>
            <a:r>
              <a:rPr lang="en-US" altLang="zh-TW" dirty="0"/>
              <a:t>E2</a:t>
            </a:r>
            <a:r>
              <a:rPr lang="zh-TW" altLang="en-US" dirty="0"/>
              <a:t> 可以進行相關服務。</a:t>
            </a:r>
            <a:endParaRPr lang="en-US" altLang="zh-TW" dirty="0"/>
          </a:p>
          <a:p>
            <a:r>
              <a:rPr lang="en-US" altLang="zh-TW" dirty="0"/>
              <a:t>E2</a:t>
            </a:r>
            <a:r>
              <a:rPr lang="zh-TW" altLang="en-US" dirty="0"/>
              <a:t> 服務包含以下 </a:t>
            </a:r>
            <a:r>
              <a:rPr lang="en-US" altLang="zh-TW" dirty="0"/>
              <a:t>4</a:t>
            </a:r>
            <a:r>
              <a:rPr lang="zh-TW" altLang="en-US" dirty="0"/>
              <a:t> 個，</a:t>
            </a:r>
            <a:r>
              <a:rPr lang="en-US" altLang="zh-TW" sz="1200" b="1" dirty="0">
                <a:solidFill>
                  <a:srgbClr val="0066FF"/>
                </a:solidFill>
              </a:rPr>
              <a:t>E2 Report, E2 Insert, E2 Control, E2 Policy</a:t>
            </a:r>
            <a:r>
              <a:rPr lang="zh-TW" altLang="en-US" sz="1200" b="1" dirty="0">
                <a:solidFill>
                  <a:srgbClr val="0066FF"/>
                </a:solidFill>
              </a:rPr>
              <a:t>。</a:t>
            </a:r>
            <a:endParaRPr lang="en-US" altLang="zh-TW" sz="1200" b="1" dirty="0">
              <a:solidFill>
                <a:srgbClr val="0066FF"/>
              </a:solidFill>
            </a:endParaRPr>
          </a:p>
          <a:p>
            <a:endParaRPr lang="en-US" altLang="zh-TW" sz="1200" b="1" dirty="0">
              <a:solidFill>
                <a:srgbClr val="0066FF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TW" dirty="0"/>
              <a:t>E2 report </a:t>
            </a:r>
            <a:r>
              <a:rPr lang="zh-TW" altLang="en-US" dirty="0"/>
              <a:t>屬於例行式的傳送資料，通常會以週期性方式或是設立 </a:t>
            </a:r>
            <a:r>
              <a:rPr lang="en-US" altLang="zh-TW" dirty="0"/>
              <a:t>trigger condition </a:t>
            </a:r>
            <a:r>
              <a:rPr lang="zh-TW" altLang="en-US" dirty="0"/>
              <a:t>來啟動 。</a:t>
            </a:r>
            <a:endParaRPr lang="en-US" altLang="zh-TW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TW" altLang="en-US" dirty="0"/>
              <a:t>與上面較不同，</a:t>
            </a:r>
            <a:r>
              <a:rPr lang="en-US" altLang="zh-TW" dirty="0"/>
              <a:t>E2</a:t>
            </a:r>
            <a:r>
              <a:rPr lang="zh-TW" altLang="en-US" dirty="0"/>
              <a:t> </a:t>
            </a:r>
            <a:r>
              <a:rPr lang="en-US" altLang="zh-TW" dirty="0"/>
              <a:t>insert</a:t>
            </a:r>
            <a:r>
              <a:rPr lang="zh-TW" altLang="en-US" dirty="0"/>
              <a:t> </a:t>
            </a:r>
            <a:r>
              <a:rPr lang="en-US" altLang="zh-TW" dirty="0"/>
              <a:t> </a:t>
            </a:r>
            <a:r>
              <a:rPr lang="zh-TW" altLang="en-US" dirty="0"/>
              <a:t>屬於突發性，當特定事件觸發時</a:t>
            </a:r>
            <a:r>
              <a:rPr lang="en-US" altLang="zh-TW" dirty="0"/>
              <a:t>,</a:t>
            </a:r>
            <a:r>
              <a:rPr lang="zh-TW" altLang="en-US" dirty="0"/>
              <a:t> 就會啟動 </a:t>
            </a:r>
            <a:r>
              <a:rPr lang="en-US" altLang="zh-TW" dirty="0"/>
              <a:t>E2</a:t>
            </a:r>
            <a:r>
              <a:rPr lang="zh-TW" altLang="en-US" dirty="0"/>
              <a:t> </a:t>
            </a:r>
            <a:r>
              <a:rPr lang="en-US" altLang="zh-TW" dirty="0"/>
              <a:t>insert </a:t>
            </a:r>
            <a:r>
              <a:rPr lang="zh-TW" altLang="en-US" dirty="0"/>
              <a:t>的服務，同時，在 </a:t>
            </a:r>
            <a:r>
              <a:rPr lang="en-US" altLang="zh-TW" dirty="0"/>
              <a:t>E2</a:t>
            </a:r>
            <a:r>
              <a:rPr lang="zh-TW" altLang="en-US" dirty="0"/>
              <a:t>  </a:t>
            </a:r>
            <a:r>
              <a:rPr lang="en-US" altLang="zh-TW" dirty="0"/>
              <a:t>node</a:t>
            </a:r>
            <a:r>
              <a:rPr lang="zh-TW" altLang="en-US" dirty="0"/>
              <a:t> 的部分會設立 一個 </a:t>
            </a:r>
            <a:r>
              <a:rPr lang="en-US" altLang="zh-TW" dirty="0"/>
              <a:t>timer</a:t>
            </a:r>
            <a:r>
              <a:rPr lang="zh-TW" altLang="en-US" dirty="0"/>
              <a:t>，當</a:t>
            </a:r>
            <a:r>
              <a:rPr lang="en-US" altLang="zh-TW" dirty="0"/>
              <a:t> </a:t>
            </a:r>
            <a:r>
              <a:rPr lang="en-US" altLang="zh-TW" dirty="0" err="1"/>
              <a:t>ric</a:t>
            </a:r>
            <a:r>
              <a:rPr lang="en-US" altLang="zh-TW" dirty="0"/>
              <a:t> </a:t>
            </a:r>
            <a:r>
              <a:rPr lang="zh-TW" altLang="en-US" dirty="0"/>
              <a:t>沒有回應時，可以選擇重新傳送 </a:t>
            </a:r>
            <a:r>
              <a:rPr lang="en-US" altLang="zh-TW" dirty="0"/>
              <a:t>insert  message </a:t>
            </a:r>
            <a:r>
              <a:rPr lang="zh-TW" altLang="en-US" dirty="0"/>
              <a:t>或是中止。</a:t>
            </a:r>
            <a:endParaRPr lang="en-US" altLang="zh-TW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TW" altLang="en-US" dirty="0"/>
              <a:t>當 </a:t>
            </a:r>
            <a:r>
              <a:rPr lang="en-US" altLang="zh-TW" dirty="0"/>
              <a:t>near rt </a:t>
            </a:r>
            <a:r>
              <a:rPr lang="en-US" altLang="zh-TW" dirty="0" err="1"/>
              <a:t>ric</a:t>
            </a:r>
            <a:r>
              <a:rPr lang="en-US" altLang="zh-TW" dirty="0"/>
              <a:t> </a:t>
            </a:r>
            <a:r>
              <a:rPr lang="zh-TW" altLang="en-US" dirty="0"/>
              <a:t>收到 </a:t>
            </a:r>
            <a:r>
              <a:rPr lang="en-US" altLang="zh-TW" dirty="0"/>
              <a:t>insert message </a:t>
            </a:r>
            <a:r>
              <a:rPr lang="zh-TW" altLang="en-US" dirty="0"/>
              <a:t>時，即會在 </a:t>
            </a:r>
            <a:r>
              <a:rPr lang="en-US" altLang="zh-TW" dirty="0"/>
              <a:t>near rt </a:t>
            </a:r>
            <a:r>
              <a:rPr lang="en-US" altLang="zh-TW" dirty="0" err="1"/>
              <a:t>ric</a:t>
            </a:r>
            <a:r>
              <a:rPr lang="en-US" altLang="zh-TW" dirty="0"/>
              <a:t> </a:t>
            </a:r>
            <a:r>
              <a:rPr lang="zh-TW" altLang="en-US" dirty="0"/>
              <a:t>啟動此服務，</a:t>
            </a:r>
            <a:r>
              <a:rPr lang="en-US" altLang="zh-TW" dirty="0"/>
              <a:t>near rt </a:t>
            </a:r>
            <a:r>
              <a:rPr lang="en-US" altLang="zh-TW" dirty="0" err="1"/>
              <a:t>ric</a:t>
            </a:r>
            <a:r>
              <a:rPr lang="en-US" altLang="zh-TW" dirty="0"/>
              <a:t> </a:t>
            </a:r>
            <a:r>
              <a:rPr lang="zh-TW" altLang="en-US" dirty="0"/>
              <a:t>可以選擇是否要發送控制訊息給 </a:t>
            </a:r>
            <a:r>
              <a:rPr lang="en-US" altLang="zh-TW" dirty="0"/>
              <a:t>E2</a:t>
            </a:r>
            <a:r>
              <a:rPr lang="zh-TW" altLang="en-US" dirty="0"/>
              <a:t> </a:t>
            </a:r>
            <a:r>
              <a:rPr lang="en-US" altLang="zh-TW" dirty="0"/>
              <a:t>node</a:t>
            </a:r>
            <a:r>
              <a:rPr lang="zh-TW" altLang="en-US" dirty="0"/>
              <a:t>。</a:t>
            </a:r>
            <a:endParaRPr lang="en-US" altLang="zh-TW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TW" altLang="en-US" dirty="0"/>
              <a:t>此服務主要工作為， </a:t>
            </a:r>
            <a:r>
              <a:rPr lang="en-US" altLang="zh-TW" dirty="0"/>
              <a:t>near rt </a:t>
            </a:r>
            <a:r>
              <a:rPr lang="en-US" altLang="zh-TW" dirty="0" err="1"/>
              <a:t>ric</a:t>
            </a:r>
            <a:r>
              <a:rPr lang="en-US" altLang="zh-TW" dirty="0"/>
              <a:t> </a:t>
            </a:r>
            <a:r>
              <a:rPr lang="zh-TW" altLang="en-US" dirty="0"/>
              <a:t>對 </a:t>
            </a:r>
            <a:r>
              <a:rPr lang="en-US" altLang="zh-TW" dirty="0"/>
              <a:t>E2</a:t>
            </a:r>
            <a:r>
              <a:rPr lang="zh-TW" altLang="en-US" dirty="0"/>
              <a:t> </a:t>
            </a:r>
            <a:r>
              <a:rPr lang="en-US" altLang="zh-TW" dirty="0"/>
              <a:t>node </a:t>
            </a:r>
            <a:r>
              <a:rPr lang="zh-TW" altLang="en-US" dirty="0"/>
              <a:t>的 </a:t>
            </a:r>
            <a:r>
              <a:rPr lang="en-US" altLang="zh-TW" dirty="0"/>
              <a:t>policy </a:t>
            </a:r>
            <a:r>
              <a:rPr lang="zh-TW" altLang="en-US" dirty="0"/>
              <a:t>進行管理，設定 </a:t>
            </a:r>
            <a:r>
              <a:rPr lang="en-US" altLang="zh-TW" dirty="0"/>
              <a:t>trigger </a:t>
            </a:r>
            <a:r>
              <a:rPr lang="zh-TW" altLang="en-US" dirty="0"/>
              <a:t>的 </a:t>
            </a:r>
            <a:r>
              <a:rPr lang="en-US" altLang="zh-TW" dirty="0"/>
              <a:t>condition </a:t>
            </a:r>
            <a:r>
              <a:rPr lang="zh-TW" altLang="en-US" dirty="0"/>
              <a:t>或是修改 </a:t>
            </a:r>
            <a:r>
              <a:rPr lang="en-US" altLang="zh-TW" dirty="0"/>
              <a:t>E2</a:t>
            </a:r>
            <a:r>
              <a:rPr lang="zh-TW" altLang="en-US" dirty="0"/>
              <a:t> </a:t>
            </a:r>
            <a:r>
              <a:rPr lang="en-US" altLang="zh-TW" dirty="0"/>
              <a:t>node </a:t>
            </a:r>
            <a:r>
              <a:rPr lang="zh-TW" altLang="en-US" dirty="0"/>
              <a:t>需自動執行的流程。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由這些服務可以組成一個 </a:t>
            </a:r>
            <a:r>
              <a:rPr lang="en-US" altLang="zh-TW" dirty="0"/>
              <a:t>service model.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2146E-7CF6-4689-B371-209805C883EB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1850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這部分是一個 </a:t>
            </a:r>
            <a:r>
              <a:rPr lang="en-US" altLang="zh-TW" dirty="0"/>
              <a:t>service model </a:t>
            </a:r>
            <a:r>
              <a:rPr lang="zh-TW" altLang="en-US" dirty="0"/>
              <a:t>的例子。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首先，</a:t>
            </a:r>
            <a:r>
              <a:rPr lang="en-US" altLang="zh-TW" dirty="0"/>
              <a:t>E2</a:t>
            </a:r>
            <a:r>
              <a:rPr lang="zh-TW" altLang="en-US" dirty="0"/>
              <a:t>  </a:t>
            </a:r>
            <a:r>
              <a:rPr lang="en-US" altLang="zh-TW" dirty="0"/>
              <a:t>node </a:t>
            </a:r>
            <a:r>
              <a:rPr lang="zh-TW" altLang="en-US" dirty="0"/>
              <a:t>會持續發送 </a:t>
            </a:r>
            <a:r>
              <a:rPr lang="en-US" altLang="zh-TW" dirty="0"/>
              <a:t>E2 report </a:t>
            </a:r>
            <a:r>
              <a:rPr lang="zh-TW" altLang="en-US" dirty="0"/>
              <a:t>給 </a:t>
            </a:r>
            <a:r>
              <a:rPr lang="en-US" altLang="zh-TW" dirty="0"/>
              <a:t>Ric</a:t>
            </a:r>
            <a:r>
              <a:rPr lang="zh-TW" altLang="en-US" dirty="0"/>
              <a:t>，告知 </a:t>
            </a:r>
            <a:r>
              <a:rPr lang="en-US" altLang="zh-TW" dirty="0" err="1"/>
              <a:t>ric</a:t>
            </a:r>
            <a:r>
              <a:rPr lang="en-US" altLang="zh-TW" dirty="0"/>
              <a:t> </a:t>
            </a:r>
            <a:r>
              <a:rPr lang="zh-TW" altLang="en-US" dirty="0"/>
              <a:t>一些基本資訊，</a:t>
            </a:r>
            <a:r>
              <a:rPr lang="en-US" altLang="zh-TW" dirty="0" err="1"/>
              <a:t>xapp</a:t>
            </a:r>
            <a:r>
              <a:rPr lang="en-US" altLang="zh-TW" dirty="0"/>
              <a:t> </a:t>
            </a:r>
            <a:r>
              <a:rPr lang="zh-TW" altLang="en-US" dirty="0"/>
              <a:t>也會指定 </a:t>
            </a:r>
            <a:r>
              <a:rPr lang="en-US" altLang="zh-TW" dirty="0"/>
              <a:t>trigger event </a:t>
            </a:r>
            <a:r>
              <a:rPr lang="zh-TW" altLang="en-US" dirty="0"/>
              <a:t>或是 </a:t>
            </a:r>
            <a:r>
              <a:rPr lang="en-US" altLang="zh-TW" dirty="0"/>
              <a:t>timer </a:t>
            </a:r>
            <a:r>
              <a:rPr lang="zh-TW" altLang="en-US" dirty="0"/>
              <a:t>在 </a:t>
            </a:r>
            <a:r>
              <a:rPr lang="en-US" altLang="zh-TW" dirty="0"/>
              <a:t>E2</a:t>
            </a:r>
            <a:r>
              <a:rPr lang="zh-TW" altLang="en-US" dirty="0"/>
              <a:t> </a:t>
            </a:r>
            <a:r>
              <a:rPr lang="en-US" altLang="zh-TW" dirty="0"/>
              <a:t>node </a:t>
            </a:r>
            <a:r>
              <a:rPr lang="zh-TW" altLang="en-US" dirty="0"/>
              <a:t>上。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在 </a:t>
            </a:r>
            <a:r>
              <a:rPr lang="en-US" altLang="zh-TW" dirty="0"/>
              <a:t>E2</a:t>
            </a:r>
            <a:r>
              <a:rPr lang="zh-TW" altLang="en-US" dirty="0"/>
              <a:t> </a:t>
            </a:r>
            <a:r>
              <a:rPr lang="en-US" altLang="zh-TW" dirty="0"/>
              <a:t>node </a:t>
            </a:r>
            <a:r>
              <a:rPr lang="zh-TW" altLang="en-US" dirty="0"/>
              <a:t>上，一旦 </a:t>
            </a:r>
            <a:r>
              <a:rPr lang="en-US" altLang="zh-TW" dirty="0"/>
              <a:t>timer </a:t>
            </a:r>
            <a:r>
              <a:rPr lang="zh-TW" altLang="en-US" dirty="0"/>
              <a:t>到期或是</a:t>
            </a:r>
            <a:r>
              <a:rPr lang="en-US" altLang="zh-TW" dirty="0"/>
              <a:t>trigger condition </a:t>
            </a:r>
            <a:r>
              <a:rPr lang="zh-TW" altLang="en-US" dirty="0"/>
              <a:t>滿足時，</a:t>
            </a:r>
            <a:r>
              <a:rPr lang="en-US" altLang="zh-TW" dirty="0"/>
              <a:t>E2</a:t>
            </a:r>
            <a:r>
              <a:rPr lang="zh-TW" altLang="en-US" dirty="0"/>
              <a:t> </a:t>
            </a:r>
            <a:r>
              <a:rPr lang="en-US" altLang="zh-TW" dirty="0"/>
              <a:t>node </a:t>
            </a:r>
            <a:r>
              <a:rPr lang="zh-TW" altLang="en-US" dirty="0"/>
              <a:t>發送 </a:t>
            </a:r>
            <a:r>
              <a:rPr lang="en-US" altLang="zh-TW" dirty="0"/>
              <a:t>e2 insert message</a:t>
            </a:r>
            <a:r>
              <a:rPr lang="zh-TW" altLang="en-US" dirty="0"/>
              <a:t>，同時 </a:t>
            </a:r>
            <a:r>
              <a:rPr lang="en-US" altLang="zh-TW" dirty="0"/>
              <a:t>E2</a:t>
            </a:r>
            <a:r>
              <a:rPr lang="zh-TW" altLang="en-US" dirty="0"/>
              <a:t> 中止目前動作，並開始計時。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接下來的動作，分兩個情況，</a:t>
            </a:r>
            <a:r>
              <a:rPr lang="en-US" altLang="zh-TW" dirty="0"/>
              <a:t>E2</a:t>
            </a:r>
            <a:r>
              <a:rPr lang="zh-TW" altLang="en-US" dirty="0"/>
              <a:t> 收到</a:t>
            </a:r>
            <a:r>
              <a:rPr lang="en-US" altLang="zh-TW" dirty="0"/>
              <a:t>control message </a:t>
            </a:r>
            <a:r>
              <a:rPr lang="zh-TW" altLang="en-US" dirty="0"/>
              <a:t>，可能是 </a:t>
            </a:r>
            <a:r>
              <a:rPr lang="en-US" altLang="zh-TW" dirty="0"/>
              <a:t>control accept </a:t>
            </a:r>
            <a:r>
              <a:rPr lang="zh-TW" altLang="en-US" dirty="0"/>
              <a:t>或是 </a:t>
            </a:r>
            <a:r>
              <a:rPr lang="en-US" altLang="zh-TW" dirty="0"/>
              <a:t>control deny </a:t>
            </a:r>
            <a:r>
              <a:rPr lang="zh-TW" altLang="en-US" dirty="0"/>
              <a:t>，另一個情況，當時間到期時，</a:t>
            </a:r>
            <a:r>
              <a:rPr lang="en-US" altLang="zh-TW" dirty="0"/>
              <a:t>E2 </a:t>
            </a:r>
            <a:r>
              <a:rPr lang="zh-TW" altLang="en-US" dirty="0"/>
              <a:t>沒收到 </a:t>
            </a:r>
            <a:r>
              <a:rPr lang="en-US" altLang="zh-TW" dirty="0" err="1"/>
              <a:t>ric</a:t>
            </a:r>
            <a:r>
              <a:rPr lang="en-US" altLang="zh-TW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response </a:t>
            </a:r>
            <a:r>
              <a:rPr lang="zh-TW" altLang="en-US" dirty="0"/>
              <a:t>時，可以選擇重新傳送 </a:t>
            </a:r>
            <a:r>
              <a:rPr lang="en-US" altLang="zh-TW" dirty="0"/>
              <a:t>insert  message </a:t>
            </a:r>
            <a:r>
              <a:rPr lang="zh-TW" altLang="en-US" dirty="0"/>
              <a:t>或是中止。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2146E-7CF6-4689-B371-209805C883EB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18002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透過開放式介面，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2146E-7CF6-4689-B371-209805C883EB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29146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Oran spec </a:t>
            </a:r>
            <a:r>
              <a:rPr lang="zh-TW" altLang="en-US" dirty="0"/>
              <a:t>提供了一些 </a:t>
            </a:r>
            <a:r>
              <a:rPr lang="en-US" altLang="zh-TW" dirty="0"/>
              <a:t>ai </a:t>
            </a:r>
            <a:r>
              <a:rPr lang="zh-TW" altLang="en-US" dirty="0"/>
              <a:t>應用的 </a:t>
            </a:r>
            <a:r>
              <a:rPr lang="en-US" altLang="zh-TW" dirty="0"/>
              <a:t>use case, </a:t>
            </a:r>
            <a:r>
              <a:rPr lang="zh-TW" altLang="en-US" dirty="0"/>
              <a:t>這邊列出兩個做為參考。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2146E-7CF6-4689-B371-209805C883EB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42421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當 </a:t>
            </a:r>
            <a:r>
              <a:rPr lang="en-US" altLang="zh-TW" dirty="0"/>
              <a:t>AD</a:t>
            </a:r>
            <a:r>
              <a:rPr lang="zh-TW" altLang="en-US" dirty="0"/>
              <a:t> </a:t>
            </a:r>
            <a:r>
              <a:rPr lang="en-US" altLang="zh-TW" dirty="0" err="1"/>
              <a:t>xapp</a:t>
            </a:r>
            <a:r>
              <a:rPr lang="en-US" altLang="zh-TW" dirty="0"/>
              <a:t> </a:t>
            </a:r>
            <a:r>
              <a:rPr lang="zh-TW" altLang="en-US" dirty="0"/>
              <a:t>啟動時，會先將資料夾裡的 </a:t>
            </a:r>
            <a:r>
              <a:rPr lang="en-US" altLang="zh-TW" dirty="0"/>
              <a:t>static </a:t>
            </a:r>
            <a:r>
              <a:rPr lang="zh-TW" altLang="en-US" dirty="0"/>
              <a:t>資料輸入至 </a:t>
            </a:r>
            <a:r>
              <a:rPr lang="en-US" altLang="zh-TW" dirty="0" err="1"/>
              <a:t>influxdb</a:t>
            </a:r>
            <a:r>
              <a:rPr lang="en-US" altLang="zh-TW" dirty="0"/>
              <a:t>…….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2146E-7CF6-4689-B371-209805C883EB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873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會議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27">
            <a:extLst>
              <a:ext uri="{FF2B5EF4-FFF2-40B4-BE49-F238E27FC236}">
                <a16:creationId xmlns:a16="http://schemas.microsoft.com/office/drawing/2014/main" id="{1480645B-CD9B-EB4B-A01D-2A6CEB173D49}"/>
              </a:ext>
            </a:extLst>
          </p:cNvPr>
          <p:cNvCxnSpPr>
            <a:cxnSpLocks/>
          </p:cNvCxnSpPr>
          <p:nvPr userDrawn="1"/>
        </p:nvCxnSpPr>
        <p:spPr>
          <a:xfrm>
            <a:off x="5018054" y="4033323"/>
            <a:ext cx="6341825" cy="0"/>
          </a:xfrm>
          <a:prstGeom prst="line">
            <a:avLst/>
          </a:prstGeom>
          <a:ln>
            <a:solidFill>
              <a:srgbClr val="20A9A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文字版面配置區 39">
            <a:extLst>
              <a:ext uri="{FF2B5EF4-FFF2-40B4-BE49-F238E27FC236}">
                <a16:creationId xmlns:a16="http://schemas.microsoft.com/office/drawing/2014/main" id="{D9E3361D-0BFA-2847-BF72-1BB519C4A7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18054" y="4337175"/>
            <a:ext cx="4300828" cy="2226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TW" altLang="en-US" sz="1800" b="0" kern="1200">
                <a:solidFill>
                  <a:schemeClr val="tx1"/>
                </a:solidFill>
                <a:latin typeface="Noto Sans TC" panose="020B0500000000000000" pitchFamily="34" charset="-128"/>
                <a:ea typeface="Noto Sans TC" panose="020B0500000000000000" pitchFamily="34" charset="-128"/>
                <a:cs typeface="+mn-cs"/>
              </a:defRPr>
            </a:lvl1pPr>
          </a:lstStyle>
          <a:p>
            <a:r>
              <a:rPr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會議名稱</a:t>
            </a:r>
            <a:endParaRPr lang="en-US" altLang="zh-TW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</p:txBody>
      </p:sp>
      <p:sp>
        <p:nvSpPr>
          <p:cNvPr id="13" name="文字版面配置區 39">
            <a:extLst>
              <a:ext uri="{FF2B5EF4-FFF2-40B4-BE49-F238E27FC236}">
                <a16:creationId xmlns:a16="http://schemas.microsoft.com/office/drawing/2014/main" id="{8F63CA0D-FE7D-564D-A1B5-AA160889D0C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34626" y="4337175"/>
            <a:ext cx="1209585" cy="222652"/>
          </a:xfrm>
          <a:prstGeom prst="rect">
            <a:avLst/>
          </a:prstGeo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TW" altLang="en-US" sz="1800" b="0" kern="1200">
                <a:solidFill>
                  <a:schemeClr val="tx1"/>
                </a:solidFill>
                <a:latin typeface="Noto Sans TC" panose="020B0500000000000000" pitchFamily="34" charset="-128"/>
                <a:ea typeface="Noto Sans TC" panose="020B0500000000000000" pitchFamily="34" charset="-128"/>
                <a:cs typeface="+mn-cs"/>
              </a:defRPr>
            </a:lvl1pPr>
          </a:lstStyle>
          <a:p>
            <a:r>
              <a:rPr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會議時間</a:t>
            </a:r>
            <a:endParaRPr lang="en-US" altLang="zh-TW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</p:txBody>
      </p:sp>
      <p:sp>
        <p:nvSpPr>
          <p:cNvPr id="12" name="文字版面配置區 39">
            <a:extLst>
              <a:ext uri="{FF2B5EF4-FFF2-40B4-BE49-F238E27FC236}">
                <a16:creationId xmlns:a16="http://schemas.microsoft.com/office/drawing/2014/main" id="{E93D5E9F-06DC-0D46-A939-27E22C36EE3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18054" y="4740936"/>
            <a:ext cx="4300828" cy="2226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TW" altLang="en-US" sz="1800" b="0" kern="1200">
                <a:solidFill>
                  <a:schemeClr val="tx1"/>
                </a:solidFill>
                <a:latin typeface="Noto Sans TC" panose="020B0500000000000000" pitchFamily="34" charset="-128"/>
                <a:ea typeface="Noto Sans TC" panose="020B0500000000000000" pitchFamily="34" charset="-128"/>
                <a:cs typeface="+mn-cs"/>
              </a:defRPr>
            </a:lvl1pPr>
          </a:lstStyle>
          <a:p>
            <a:r>
              <a:rPr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會議人員</a:t>
            </a:r>
            <a:endParaRPr lang="en-US" altLang="zh-TW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831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0696A8-2D2E-D44E-A91B-055C1AFFD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id="{57C5D9F5-6F83-4D3B-9F57-64C35CED9E2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368000"/>
            <a:ext cx="10776600" cy="4725303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投影片編號版面配置區 1">
            <a:extLst>
              <a:ext uri="{FF2B5EF4-FFF2-40B4-BE49-F238E27FC236}">
                <a16:creationId xmlns:a16="http://schemas.microsoft.com/office/drawing/2014/main" id="{5EA5C777-DFB8-C24A-BA50-64047CD046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40416" y="6656283"/>
            <a:ext cx="2351584" cy="19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</a:lstStyle>
          <a:p>
            <a:fld id="{487C581C-BDE3-CC4F-A80B-C8F4E1B23B63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71106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DF1725-0E38-3048-8F05-82E2517C9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E554FB-97B3-D749-8638-DA5A5382CD3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892012"/>
            <a:ext cx="5266376" cy="4320009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  <a:lvl2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2pPr>
            <a:lvl3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3pPr>
            <a:lvl4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4pPr>
            <a:lvl5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7" name="內容版面配置區 3">
            <a:extLst>
              <a:ext uri="{FF2B5EF4-FFF2-40B4-BE49-F238E27FC236}">
                <a16:creationId xmlns:a16="http://schemas.microsoft.com/office/drawing/2014/main" id="{7D88BE6D-EE53-5D49-8F68-C0BD6229C9B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12026" y="1892012"/>
            <a:ext cx="5159974" cy="4320009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  <a:lvl2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2pPr>
            <a:lvl3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3pPr>
            <a:lvl4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4pPr>
            <a:lvl5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8" name="內容版面配置區 3">
            <a:extLst>
              <a:ext uri="{FF2B5EF4-FFF2-40B4-BE49-F238E27FC236}">
                <a16:creationId xmlns:a16="http://schemas.microsoft.com/office/drawing/2014/main" id="{558933E3-61FA-0E47-9490-AE990FEE288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0000" y="1368000"/>
            <a:ext cx="5266376" cy="431701"/>
          </a:xfrm>
          <a:prstGeom prst="rect">
            <a:avLst/>
          </a:prstGeom>
          <a:solidFill>
            <a:srgbClr val="2E406C"/>
          </a:solidFill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</a:lstStyle>
          <a:p>
            <a:pPr lvl="0"/>
            <a:r>
              <a:rPr kumimoji="1" lang="zh-TW" altLang="en-US" dirty="0"/>
              <a:t>標題</a:t>
            </a:r>
          </a:p>
        </p:txBody>
      </p:sp>
      <p:sp>
        <p:nvSpPr>
          <p:cNvPr id="9" name="內容版面配置區 3">
            <a:extLst>
              <a:ext uri="{FF2B5EF4-FFF2-40B4-BE49-F238E27FC236}">
                <a16:creationId xmlns:a16="http://schemas.microsoft.com/office/drawing/2014/main" id="{9F5A277D-FAFB-8E42-A404-D12E7570B88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303600" y="1368000"/>
            <a:ext cx="5169588" cy="431701"/>
          </a:xfrm>
          <a:prstGeom prst="rect">
            <a:avLst/>
          </a:prstGeom>
          <a:solidFill>
            <a:srgbClr val="31B3B9"/>
          </a:solidFill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</a:lstStyle>
          <a:p>
            <a:pPr lvl="0"/>
            <a:r>
              <a:rPr kumimoji="1" lang="zh-TW" altLang="en-US" dirty="0"/>
              <a:t>標題</a:t>
            </a:r>
          </a:p>
        </p:txBody>
      </p:sp>
      <p:sp>
        <p:nvSpPr>
          <p:cNvPr id="10" name="投影片編號版面配置區 1">
            <a:extLst>
              <a:ext uri="{FF2B5EF4-FFF2-40B4-BE49-F238E27FC236}">
                <a16:creationId xmlns:a16="http://schemas.microsoft.com/office/drawing/2014/main" id="{B8A251D4-06BA-6B4F-ADA8-A70BFA96C6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40416" y="6656283"/>
            <a:ext cx="2351584" cy="19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</a:lstStyle>
          <a:p>
            <a:fld id="{487C581C-BDE3-CC4F-A80B-C8F4E1B23B63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1120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右文左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333D6C-20EA-A842-BB84-66AD15080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C4EE2E76-2F36-8C4D-9F17-D7AC116FB93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000" y="1368000"/>
            <a:ext cx="5159976" cy="4608512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600" b="0" i="0">
                <a:latin typeface="Noto Sans TC" panose="020B0500000000000000" pitchFamily="34" charset="-128"/>
                <a:ea typeface="Noto Sans TC" panose="020B0500000000000000" pitchFamily="34" charset="-128"/>
                <a:cs typeface="Noto Sans TC" panose="020B0500000000000000" pitchFamily="34" charset="-128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281B7F0C-5992-CE42-B582-55E5755E074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23992" y="1368000"/>
            <a:ext cx="5448008" cy="4608512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  <a:lvl2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2pPr>
            <a:lvl3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3pPr>
            <a:lvl4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4pPr>
            <a:lvl5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F4B74F83-5A56-AF47-9A51-C64725392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40416" y="6656283"/>
            <a:ext cx="2351584" cy="19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</a:lstStyle>
          <a:p>
            <a:fld id="{487C581C-BDE3-CC4F-A80B-C8F4E1B23B63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27764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右文左圖（滿版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C4EE2E76-2F36-8C4D-9F17-D7AC116FB93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7556"/>
            <a:ext cx="6743405" cy="685044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600" b="0" i="0">
                <a:latin typeface="Noto Sans TC" panose="020B0500000000000000" pitchFamily="34" charset="-128"/>
                <a:ea typeface="Noto Sans TC" panose="020B0500000000000000" pitchFamily="34" charset="-128"/>
                <a:cs typeface="Noto Sans TC" panose="020B0500000000000000" pitchFamily="34" charset="-128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8" name="內容版面配置區 3">
            <a:extLst>
              <a:ext uri="{FF2B5EF4-FFF2-40B4-BE49-F238E27FC236}">
                <a16:creationId xmlns:a16="http://schemas.microsoft.com/office/drawing/2014/main" id="{3CA3F711-7E00-254E-A893-3F15F57D2BE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92144" y="1196752"/>
            <a:ext cx="4223872" cy="4968552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  <a:lvl2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2pPr>
            <a:lvl3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3pPr>
            <a:lvl4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4pPr>
            <a:lvl5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9" name="內容版面配置區 3">
            <a:extLst>
              <a:ext uri="{FF2B5EF4-FFF2-40B4-BE49-F238E27FC236}">
                <a16:creationId xmlns:a16="http://schemas.microsoft.com/office/drawing/2014/main" id="{1136D5C5-63AD-2743-A4E3-9552FEB17C3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92144" y="620688"/>
            <a:ext cx="4223484" cy="431701"/>
          </a:xfrm>
          <a:prstGeom prst="rect">
            <a:avLst/>
          </a:prstGeom>
          <a:solidFill>
            <a:srgbClr val="2E406C"/>
          </a:solidFill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</a:lstStyle>
          <a:p>
            <a:pPr lvl="0"/>
            <a:r>
              <a:rPr kumimoji="1" lang="zh-TW" altLang="en-US" dirty="0"/>
              <a:t>標題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0E97418-CCB4-A945-A0C6-4E8EC26AA5B4}"/>
              </a:ext>
            </a:extLst>
          </p:cNvPr>
          <p:cNvSpPr txBox="1"/>
          <p:nvPr userDrawn="1"/>
        </p:nvSpPr>
        <p:spPr>
          <a:xfrm>
            <a:off x="3542556" y="6656283"/>
            <a:ext cx="51068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PMingLiU" panose="02020500000000000000" pitchFamily="18" charset="-120"/>
              </a:rPr>
              <a:t>CONFIDENTIAL</a:t>
            </a:r>
            <a:r>
              <a:rPr lang="en-US" altLang="zh-TW" sz="800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PMingLiU" panose="02020500000000000000" pitchFamily="18" charset="-120"/>
              </a:rPr>
              <a:t> –</a:t>
            </a:r>
            <a:r>
              <a:rPr lang="zh-TW" altLang="zh-TW" sz="800" dirty="0">
                <a:effectLst/>
                <a:latin typeface="Arial Nova" panose="020B0504020202020204" pitchFamily="34" charset="0"/>
              </a:rPr>
              <a:t> Do not duplicate or distribute without written permission from TRON FUTURE TECH INC.</a:t>
            </a:r>
            <a:endParaRPr lang="zh-TW" altLang="en-US" sz="800" b="1" dirty="0">
              <a:solidFill>
                <a:schemeClr val="tx1"/>
              </a:solidFill>
              <a:latin typeface="Arial Nova" panose="020B0504020202020204" pitchFamily="34" charset="0"/>
              <a:ea typeface="微軟正黑體" panose="020B0604030504040204" pitchFamily="34" charset="-120"/>
              <a:cs typeface="Noto Sans" panose="020B0502040504020204" pitchFamily="34"/>
            </a:endParaRPr>
          </a:p>
        </p:txBody>
      </p:sp>
      <p:sp>
        <p:nvSpPr>
          <p:cNvPr id="11" name="投影片編號版面配置區 1">
            <a:extLst>
              <a:ext uri="{FF2B5EF4-FFF2-40B4-BE49-F238E27FC236}">
                <a16:creationId xmlns:a16="http://schemas.microsoft.com/office/drawing/2014/main" id="{8A535562-C31F-504E-95A4-9571F7197A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40416" y="6656283"/>
            <a:ext cx="2351584" cy="19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</a:lstStyle>
          <a:p>
            <a:fld id="{487C581C-BDE3-CC4F-A80B-C8F4E1B23B63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14254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文右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333D6C-20EA-A842-BB84-66AD15080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E058635D-7471-5443-8319-A1979F23EF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12024" y="1368000"/>
            <a:ext cx="5159976" cy="4608512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600" b="0" i="0">
                <a:latin typeface="Noto Sans TC" panose="020B0500000000000000" pitchFamily="34" charset="-128"/>
                <a:ea typeface="Noto Sans TC" panose="020B0500000000000000" pitchFamily="34" charset="-128"/>
                <a:cs typeface="Noto Sans TC" panose="020B0500000000000000" pitchFamily="34" charset="-128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內容版面配置區 3">
            <a:extLst>
              <a:ext uri="{FF2B5EF4-FFF2-40B4-BE49-F238E27FC236}">
                <a16:creationId xmlns:a16="http://schemas.microsoft.com/office/drawing/2014/main" id="{184219CB-39D7-2345-95D2-13016458F1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368000"/>
            <a:ext cx="5448008" cy="4608512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  <a:lvl2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2pPr>
            <a:lvl3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3pPr>
            <a:lvl4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4pPr>
            <a:lvl5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11" name="投影片編號版面配置區 1">
            <a:extLst>
              <a:ext uri="{FF2B5EF4-FFF2-40B4-BE49-F238E27FC236}">
                <a16:creationId xmlns:a16="http://schemas.microsoft.com/office/drawing/2014/main" id="{F6C5D0DF-415B-3148-864F-05ADF1F2D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40416" y="6656283"/>
            <a:ext cx="2351584" cy="19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</a:lstStyle>
          <a:p>
            <a:fld id="{487C581C-BDE3-CC4F-A80B-C8F4E1B23B63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6166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文右圖（滿版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869F136-2389-BA4C-BC0A-547C37F8AB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48595" y="7556"/>
            <a:ext cx="6743405" cy="685044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600" b="0" i="0">
                <a:latin typeface="Noto Sans TC" panose="020B0500000000000000" pitchFamily="34" charset="-128"/>
                <a:ea typeface="Noto Sans TC" panose="020B0500000000000000" pitchFamily="34" charset="-128"/>
                <a:cs typeface="Noto Sans TC" panose="020B0500000000000000" pitchFamily="34" charset="-128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9" name="內容版面配置區 3">
            <a:extLst>
              <a:ext uri="{FF2B5EF4-FFF2-40B4-BE49-F238E27FC236}">
                <a16:creationId xmlns:a16="http://schemas.microsoft.com/office/drawing/2014/main" id="{44D3C881-E792-2246-9F2A-65B4347B8C7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196752"/>
            <a:ext cx="4223872" cy="4968552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  <a:lvl2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2pPr>
            <a:lvl3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3pPr>
            <a:lvl4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4pPr>
            <a:lvl5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10" name="內容版面配置區 3">
            <a:extLst>
              <a:ext uri="{FF2B5EF4-FFF2-40B4-BE49-F238E27FC236}">
                <a16:creationId xmlns:a16="http://schemas.microsoft.com/office/drawing/2014/main" id="{69B85979-73C2-CB4C-BD77-D51A472999E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0000" y="620688"/>
            <a:ext cx="4223484" cy="431701"/>
          </a:xfrm>
          <a:prstGeom prst="rect">
            <a:avLst/>
          </a:prstGeom>
          <a:solidFill>
            <a:srgbClr val="2E406C"/>
          </a:solidFill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</a:lstStyle>
          <a:p>
            <a:pPr lvl="0"/>
            <a:r>
              <a:rPr kumimoji="1" lang="zh-TW" altLang="en-US" dirty="0"/>
              <a:t>標題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2208D1F-A220-0B43-BDAB-8EFEA15A1EE0}"/>
              </a:ext>
            </a:extLst>
          </p:cNvPr>
          <p:cNvSpPr txBox="1"/>
          <p:nvPr userDrawn="1"/>
        </p:nvSpPr>
        <p:spPr>
          <a:xfrm>
            <a:off x="3542556" y="6656283"/>
            <a:ext cx="51068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PMingLiU" panose="02020500000000000000" pitchFamily="18" charset="-120"/>
              </a:rPr>
              <a:t>CONFIDENTIAL</a:t>
            </a:r>
            <a:r>
              <a:rPr lang="en-US" altLang="zh-TW" sz="800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PMingLiU" panose="02020500000000000000" pitchFamily="18" charset="-120"/>
              </a:rPr>
              <a:t> –</a:t>
            </a:r>
            <a:r>
              <a:rPr lang="zh-TW" altLang="zh-TW" sz="800" dirty="0">
                <a:effectLst/>
                <a:latin typeface="Arial Nova" panose="020B0504020202020204" pitchFamily="34" charset="0"/>
              </a:rPr>
              <a:t> Do not duplicate or distribute without written permission from TRON FUTURE TECH INC.</a:t>
            </a:r>
            <a:endParaRPr lang="zh-TW" altLang="en-US" sz="800" b="1" dirty="0">
              <a:solidFill>
                <a:schemeClr val="tx1"/>
              </a:solidFill>
              <a:latin typeface="Arial Nova" panose="020B0504020202020204" pitchFamily="34" charset="0"/>
              <a:ea typeface="微軟正黑體" panose="020B0604030504040204" pitchFamily="34" charset="-120"/>
              <a:cs typeface="Noto Sans" panose="020B0502040504020204" pitchFamily="34"/>
            </a:endParaRPr>
          </a:p>
        </p:txBody>
      </p:sp>
      <p:sp>
        <p:nvSpPr>
          <p:cNvPr id="13" name="投影片編號版面配置區 1">
            <a:extLst>
              <a:ext uri="{FF2B5EF4-FFF2-40B4-BE49-F238E27FC236}">
                <a16:creationId xmlns:a16="http://schemas.microsoft.com/office/drawing/2014/main" id="{64E6D222-DCDD-904D-9EA7-CCDAC1902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40416" y="6656283"/>
            <a:ext cx="2351584" cy="19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</a:lstStyle>
          <a:p>
            <a:fld id="{487C581C-BDE3-CC4F-A80B-C8F4E1B23B63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57444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圖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nut 3">
            <a:extLst>
              <a:ext uri="{FF2B5EF4-FFF2-40B4-BE49-F238E27FC236}">
                <a16:creationId xmlns:a16="http://schemas.microsoft.com/office/drawing/2014/main" id="{A6730880-5002-E94D-8F5E-ACD6F8D35CD8}"/>
              </a:ext>
            </a:extLst>
          </p:cNvPr>
          <p:cNvSpPr/>
          <p:nvPr userDrawn="1"/>
        </p:nvSpPr>
        <p:spPr>
          <a:xfrm>
            <a:off x="1219022" y="1953140"/>
            <a:ext cx="2173607" cy="2173608"/>
          </a:xfrm>
          <a:prstGeom prst="donut">
            <a:avLst>
              <a:gd name="adj" fmla="val 2147"/>
            </a:avLst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Noto Sans TC" panose="020B0500000000000000" pitchFamily="34" charset="-128"/>
              <a:ea typeface="Noto Sans TC" panose="020B0500000000000000" pitchFamily="34" charset="-128"/>
              <a:cs typeface="Titillium" charset="0"/>
            </a:endParaRPr>
          </a:p>
        </p:txBody>
      </p:sp>
      <p:sp>
        <p:nvSpPr>
          <p:cNvPr id="10" name="Block Arc 4">
            <a:extLst>
              <a:ext uri="{FF2B5EF4-FFF2-40B4-BE49-F238E27FC236}">
                <a16:creationId xmlns:a16="http://schemas.microsoft.com/office/drawing/2014/main" id="{551BC507-08B9-7F41-BF0F-ED2A81449087}"/>
              </a:ext>
            </a:extLst>
          </p:cNvPr>
          <p:cNvSpPr/>
          <p:nvPr userDrawn="1"/>
        </p:nvSpPr>
        <p:spPr>
          <a:xfrm>
            <a:off x="1211542" y="1949066"/>
            <a:ext cx="2181087" cy="2181088"/>
          </a:xfrm>
          <a:prstGeom prst="blockArc">
            <a:avLst>
              <a:gd name="adj1" fmla="val 2109551"/>
              <a:gd name="adj2" fmla="val 16130534"/>
              <a:gd name="adj3" fmla="val 2566"/>
            </a:avLst>
          </a:prstGeom>
          <a:gradFill>
            <a:gsLst>
              <a:gs pos="0">
                <a:srgbClr val="20A9A9"/>
              </a:gs>
              <a:gs pos="100000">
                <a:srgbClr val="7ED3DC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Noto Sans TC" panose="020B0500000000000000" pitchFamily="34" charset="-128"/>
              <a:ea typeface="Noto Sans TC" panose="020B0500000000000000" pitchFamily="34" charset="-128"/>
              <a:cs typeface="Titillium" charset="0"/>
            </a:endParaRPr>
          </a:p>
        </p:txBody>
      </p:sp>
      <p:sp>
        <p:nvSpPr>
          <p:cNvPr id="13" name="Donut 27">
            <a:extLst>
              <a:ext uri="{FF2B5EF4-FFF2-40B4-BE49-F238E27FC236}">
                <a16:creationId xmlns:a16="http://schemas.microsoft.com/office/drawing/2014/main" id="{1C6BDCFC-4844-DC4B-AAB2-4E58BAFF1703}"/>
              </a:ext>
            </a:extLst>
          </p:cNvPr>
          <p:cNvSpPr/>
          <p:nvPr userDrawn="1"/>
        </p:nvSpPr>
        <p:spPr>
          <a:xfrm>
            <a:off x="3717475" y="1953140"/>
            <a:ext cx="2173608" cy="2173608"/>
          </a:xfrm>
          <a:prstGeom prst="donut">
            <a:avLst>
              <a:gd name="adj" fmla="val 2147"/>
            </a:avLst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Noto Sans TC" panose="020B0500000000000000" pitchFamily="34" charset="-128"/>
              <a:ea typeface="Noto Sans TC" panose="020B0500000000000000" pitchFamily="34" charset="-128"/>
              <a:cs typeface="Titillium" charset="0"/>
            </a:endParaRPr>
          </a:p>
        </p:txBody>
      </p:sp>
      <p:sp>
        <p:nvSpPr>
          <p:cNvPr id="14" name="Block Arc 28">
            <a:extLst>
              <a:ext uri="{FF2B5EF4-FFF2-40B4-BE49-F238E27FC236}">
                <a16:creationId xmlns:a16="http://schemas.microsoft.com/office/drawing/2014/main" id="{8E85584A-1AC9-234E-98BD-E788CE6C3A39}"/>
              </a:ext>
            </a:extLst>
          </p:cNvPr>
          <p:cNvSpPr/>
          <p:nvPr userDrawn="1"/>
        </p:nvSpPr>
        <p:spPr>
          <a:xfrm>
            <a:off x="3709994" y="1949066"/>
            <a:ext cx="2181088" cy="2181088"/>
          </a:xfrm>
          <a:prstGeom prst="blockArc">
            <a:avLst>
              <a:gd name="adj1" fmla="val 2109551"/>
              <a:gd name="adj2" fmla="val 16130534"/>
              <a:gd name="adj3" fmla="val 2566"/>
            </a:avLst>
          </a:prstGeom>
          <a:gradFill>
            <a:gsLst>
              <a:gs pos="0">
                <a:srgbClr val="20A9A9"/>
              </a:gs>
              <a:gs pos="100000">
                <a:srgbClr val="7ED3DC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Noto Sans TC" panose="020B0500000000000000" pitchFamily="34" charset="-128"/>
              <a:ea typeface="Noto Sans TC" panose="020B0500000000000000" pitchFamily="34" charset="-128"/>
              <a:cs typeface="Titillium" charset="0"/>
            </a:endParaRPr>
          </a:p>
        </p:txBody>
      </p:sp>
      <p:sp>
        <p:nvSpPr>
          <p:cNvPr id="18" name="Donut 33">
            <a:extLst>
              <a:ext uri="{FF2B5EF4-FFF2-40B4-BE49-F238E27FC236}">
                <a16:creationId xmlns:a16="http://schemas.microsoft.com/office/drawing/2014/main" id="{04D8AB0A-AE53-B942-8073-E5B49776D07B}"/>
              </a:ext>
            </a:extLst>
          </p:cNvPr>
          <p:cNvSpPr/>
          <p:nvPr userDrawn="1"/>
        </p:nvSpPr>
        <p:spPr>
          <a:xfrm>
            <a:off x="6215928" y="1953140"/>
            <a:ext cx="2173607" cy="2173608"/>
          </a:xfrm>
          <a:prstGeom prst="donut">
            <a:avLst>
              <a:gd name="adj" fmla="val 2147"/>
            </a:avLst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Noto Sans TC" panose="020B0500000000000000" pitchFamily="34" charset="-128"/>
              <a:ea typeface="Noto Sans TC" panose="020B0500000000000000" pitchFamily="34" charset="-128"/>
              <a:cs typeface="Titillium" charset="0"/>
            </a:endParaRPr>
          </a:p>
        </p:txBody>
      </p:sp>
      <p:sp>
        <p:nvSpPr>
          <p:cNvPr id="19" name="Block Arc 34">
            <a:extLst>
              <a:ext uri="{FF2B5EF4-FFF2-40B4-BE49-F238E27FC236}">
                <a16:creationId xmlns:a16="http://schemas.microsoft.com/office/drawing/2014/main" id="{A086980B-3ED5-D048-AF05-3720E4520807}"/>
              </a:ext>
            </a:extLst>
          </p:cNvPr>
          <p:cNvSpPr/>
          <p:nvPr userDrawn="1"/>
        </p:nvSpPr>
        <p:spPr>
          <a:xfrm>
            <a:off x="6208448" y="1949066"/>
            <a:ext cx="2181087" cy="2181088"/>
          </a:xfrm>
          <a:prstGeom prst="blockArc">
            <a:avLst>
              <a:gd name="adj1" fmla="val 2109551"/>
              <a:gd name="adj2" fmla="val 16130534"/>
              <a:gd name="adj3" fmla="val 2566"/>
            </a:avLst>
          </a:prstGeom>
          <a:gradFill>
            <a:gsLst>
              <a:gs pos="0">
                <a:srgbClr val="20A9A9"/>
              </a:gs>
              <a:gs pos="100000">
                <a:srgbClr val="7ED3DC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Noto Sans TC" panose="020B0500000000000000" pitchFamily="34" charset="-128"/>
              <a:ea typeface="Noto Sans TC" panose="020B0500000000000000" pitchFamily="34" charset="-128"/>
              <a:cs typeface="Titillium" charset="0"/>
            </a:endParaRPr>
          </a:p>
        </p:txBody>
      </p:sp>
      <p:sp>
        <p:nvSpPr>
          <p:cNvPr id="22" name="Donut 39">
            <a:extLst>
              <a:ext uri="{FF2B5EF4-FFF2-40B4-BE49-F238E27FC236}">
                <a16:creationId xmlns:a16="http://schemas.microsoft.com/office/drawing/2014/main" id="{8E2ABBA9-6660-2448-92E6-7C07804E063D}"/>
              </a:ext>
            </a:extLst>
          </p:cNvPr>
          <p:cNvSpPr/>
          <p:nvPr userDrawn="1"/>
        </p:nvSpPr>
        <p:spPr>
          <a:xfrm>
            <a:off x="8714382" y="1953140"/>
            <a:ext cx="2173607" cy="2173608"/>
          </a:xfrm>
          <a:prstGeom prst="donut">
            <a:avLst>
              <a:gd name="adj" fmla="val 2147"/>
            </a:avLst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Noto Sans TC" panose="020B0500000000000000" pitchFamily="34" charset="-128"/>
              <a:ea typeface="Noto Sans TC" panose="020B0500000000000000" pitchFamily="34" charset="-128"/>
              <a:cs typeface="Titillium" charset="0"/>
            </a:endParaRPr>
          </a:p>
        </p:txBody>
      </p:sp>
      <p:sp>
        <p:nvSpPr>
          <p:cNvPr id="23" name="Block Arc 40">
            <a:extLst>
              <a:ext uri="{FF2B5EF4-FFF2-40B4-BE49-F238E27FC236}">
                <a16:creationId xmlns:a16="http://schemas.microsoft.com/office/drawing/2014/main" id="{831F8559-0225-6548-8555-148DFA102D8D}"/>
              </a:ext>
            </a:extLst>
          </p:cNvPr>
          <p:cNvSpPr/>
          <p:nvPr userDrawn="1"/>
        </p:nvSpPr>
        <p:spPr>
          <a:xfrm>
            <a:off x="8706902" y="1949066"/>
            <a:ext cx="2181087" cy="2181088"/>
          </a:xfrm>
          <a:prstGeom prst="blockArc">
            <a:avLst>
              <a:gd name="adj1" fmla="val 2109551"/>
              <a:gd name="adj2" fmla="val 16130534"/>
              <a:gd name="adj3" fmla="val 2566"/>
            </a:avLst>
          </a:prstGeom>
          <a:gradFill>
            <a:gsLst>
              <a:gs pos="0">
                <a:srgbClr val="20A9A9"/>
              </a:gs>
              <a:gs pos="100000">
                <a:srgbClr val="7ED3DC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Noto Sans TC" panose="020B0500000000000000" pitchFamily="34" charset="-128"/>
              <a:ea typeface="Noto Sans TC" panose="020B0500000000000000" pitchFamily="34" charset="-128"/>
              <a:cs typeface="Titillium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9B9BFA35-0E2A-7C4C-99CE-FF98896F0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28" name="文字版面配置區 39">
            <a:extLst>
              <a:ext uri="{FF2B5EF4-FFF2-40B4-BE49-F238E27FC236}">
                <a16:creationId xmlns:a16="http://schemas.microsoft.com/office/drawing/2014/main" id="{5B302F54-92CC-584E-9F12-2155D5176D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3171" y="2554257"/>
            <a:ext cx="2164441" cy="10494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 i="0">
                <a:latin typeface="Noto Sans TC" panose="020B0500000000000000" pitchFamily="34" charset="-128"/>
                <a:ea typeface="Noto Sans TC" panose="020B0500000000000000" pitchFamily="34" charset="-128"/>
                <a:cs typeface="Noto Sans TC" panose="020B0500000000000000" pitchFamily="34" charset="-128"/>
              </a:defRPr>
            </a:lvl1pPr>
          </a:lstStyle>
          <a:p>
            <a:pPr lvl="0"/>
            <a:r>
              <a:rPr kumimoji="1" lang="zh-TW" altLang="en-US" dirty="0"/>
              <a:t>內容</a:t>
            </a:r>
          </a:p>
        </p:txBody>
      </p:sp>
      <p:sp>
        <p:nvSpPr>
          <p:cNvPr id="35" name="文字版面配置區 39">
            <a:extLst>
              <a:ext uri="{FF2B5EF4-FFF2-40B4-BE49-F238E27FC236}">
                <a16:creationId xmlns:a16="http://schemas.microsoft.com/office/drawing/2014/main" id="{1B3B0E8B-5412-0640-8688-098D13009D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07878" y="4664431"/>
            <a:ext cx="1082350" cy="22265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TW" altLang="en-US" sz="1800" b="1" kern="1200" dirty="0">
                <a:solidFill>
                  <a:schemeClr val="tx1"/>
                </a:solidFill>
                <a:latin typeface="Noto Sans TC" panose="020B0500000000000000" pitchFamily="34" charset="-128"/>
                <a:ea typeface="Noto Sans TC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b="1" dirty="0">
                <a:latin typeface="Noto Sans TC" panose="020B0500000000000000" pitchFamily="34" charset="-128"/>
                <a:ea typeface="Noto Sans TC" panose="020B0500000000000000" pitchFamily="34" charset="-128"/>
              </a:rPr>
              <a:t>標題</a:t>
            </a:r>
            <a:r>
              <a:rPr lang="en-US" altLang="zh-TW" b="1" dirty="0">
                <a:latin typeface="Noto Sans TC" panose="020B0500000000000000" pitchFamily="34" charset="-128"/>
                <a:ea typeface="Noto Sans TC" panose="020B0500000000000000" pitchFamily="34" charset="-128"/>
              </a:rPr>
              <a:t> </a:t>
            </a:r>
          </a:p>
          <a:p>
            <a:pPr lvl="0"/>
            <a:endParaRPr kumimoji="1" lang="zh-TW" altLang="en-US" dirty="0"/>
          </a:p>
        </p:txBody>
      </p:sp>
      <p:sp>
        <p:nvSpPr>
          <p:cNvPr id="37" name="文字版面配置區 39">
            <a:extLst>
              <a:ext uri="{FF2B5EF4-FFF2-40B4-BE49-F238E27FC236}">
                <a16:creationId xmlns:a16="http://schemas.microsoft.com/office/drawing/2014/main" id="{8E799467-D350-DB4D-9B06-90DFE502B8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89821" y="4664431"/>
            <a:ext cx="1082350" cy="22265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TW" altLang="en-US" sz="1800" b="1" kern="1200" dirty="0">
                <a:solidFill>
                  <a:schemeClr val="tx1"/>
                </a:solidFill>
                <a:latin typeface="Noto Sans TC" panose="020B0500000000000000" pitchFamily="34" charset="-128"/>
                <a:ea typeface="Noto Sans TC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b="1" dirty="0">
                <a:latin typeface="Noto Sans TC" panose="020B0500000000000000" pitchFamily="34" charset="-128"/>
                <a:ea typeface="Noto Sans TC" panose="020B0500000000000000" pitchFamily="34" charset="-128"/>
              </a:rPr>
              <a:t>標題</a:t>
            </a:r>
            <a:endParaRPr lang="en-US" altLang="zh-TW" b="1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lvl="0"/>
            <a:endParaRPr kumimoji="1" lang="zh-TW" altLang="en-US" dirty="0"/>
          </a:p>
        </p:txBody>
      </p:sp>
      <p:sp>
        <p:nvSpPr>
          <p:cNvPr id="39" name="文字版面配置區 39">
            <a:extLst>
              <a:ext uri="{FF2B5EF4-FFF2-40B4-BE49-F238E27FC236}">
                <a16:creationId xmlns:a16="http://schemas.microsoft.com/office/drawing/2014/main" id="{2F9D4381-AB1E-E34C-8E83-0DD21927BB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32724" y="4664431"/>
            <a:ext cx="1082350" cy="22265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TW" altLang="en-US" sz="1800" b="1" kern="1200" dirty="0">
                <a:solidFill>
                  <a:schemeClr val="tx1"/>
                </a:solidFill>
                <a:latin typeface="Noto Sans TC" panose="020B0500000000000000" pitchFamily="34" charset="-128"/>
                <a:ea typeface="Noto Sans TC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b="1" dirty="0">
                <a:latin typeface="Noto Sans TC" panose="020B0500000000000000" pitchFamily="34" charset="-128"/>
                <a:ea typeface="Noto Sans TC" panose="020B0500000000000000" pitchFamily="34" charset="-128"/>
              </a:rPr>
              <a:t>標題</a:t>
            </a:r>
            <a:endParaRPr lang="en-US" altLang="zh-TW" b="1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lvl="0"/>
            <a:endParaRPr kumimoji="1" lang="zh-TW" altLang="en-US" dirty="0"/>
          </a:p>
        </p:txBody>
      </p:sp>
      <p:sp>
        <p:nvSpPr>
          <p:cNvPr id="40" name="文字版面配置區 39">
            <a:extLst>
              <a:ext uri="{FF2B5EF4-FFF2-40B4-BE49-F238E27FC236}">
                <a16:creationId xmlns:a16="http://schemas.microsoft.com/office/drawing/2014/main" id="{BF6DF5AF-297C-1A44-AD6A-F82D52F5789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14667" y="4664431"/>
            <a:ext cx="1082350" cy="22265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TW" altLang="en-US" sz="1800" b="1" kern="1200" dirty="0">
                <a:solidFill>
                  <a:schemeClr val="tx1"/>
                </a:solidFill>
                <a:latin typeface="Noto Sans TC" panose="020B0500000000000000" pitchFamily="34" charset="-128"/>
                <a:ea typeface="Noto Sans TC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b="1" dirty="0">
                <a:latin typeface="Noto Sans TC" panose="020B0500000000000000" pitchFamily="34" charset="-128"/>
                <a:ea typeface="Noto Sans TC" panose="020B0500000000000000" pitchFamily="34" charset="-128"/>
              </a:rPr>
              <a:t>標題</a:t>
            </a:r>
            <a:endParaRPr lang="en-US" altLang="zh-TW" b="1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lvl="0"/>
            <a:endParaRPr kumimoji="1" lang="zh-TW" altLang="en-US" dirty="0"/>
          </a:p>
        </p:txBody>
      </p:sp>
      <p:sp>
        <p:nvSpPr>
          <p:cNvPr id="41" name="文字版面配置區 39">
            <a:extLst>
              <a:ext uri="{FF2B5EF4-FFF2-40B4-BE49-F238E27FC236}">
                <a16:creationId xmlns:a16="http://schemas.microsoft.com/office/drawing/2014/main" id="{86B5F81B-505D-834C-984D-9ACF481317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07878" y="5073734"/>
            <a:ext cx="1082350" cy="22265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TW" altLang="en-US" sz="1800" b="1" kern="1200" dirty="0">
                <a:solidFill>
                  <a:schemeClr val="tx1"/>
                </a:solidFill>
                <a:latin typeface="Noto Sans TC" panose="020B0500000000000000" pitchFamily="34" charset="-128"/>
                <a:ea typeface="Noto Sans TC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b="1" dirty="0">
                <a:latin typeface="Noto Sans TC" panose="020B0500000000000000" pitchFamily="34" charset="-128"/>
                <a:ea typeface="Noto Sans TC" panose="020B0500000000000000" pitchFamily="34" charset="-128"/>
              </a:rPr>
              <a:t>文字</a:t>
            </a:r>
            <a:endParaRPr kumimoji="1" lang="zh-TW" altLang="en-US" dirty="0"/>
          </a:p>
        </p:txBody>
      </p:sp>
      <p:sp>
        <p:nvSpPr>
          <p:cNvPr id="42" name="文字版面配置區 39">
            <a:extLst>
              <a:ext uri="{FF2B5EF4-FFF2-40B4-BE49-F238E27FC236}">
                <a16:creationId xmlns:a16="http://schemas.microsoft.com/office/drawing/2014/main" id="{FCA8D2F7-FE82-F844-B654-BA29EB136FC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89821" y="5073734"/>
            <a:ext cx="1082350" cy="22265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TW" altLang="en-US" sz="1800" b="1" kern="1200">
                <a:solidFill>
                  <a:schemeClr val="tx1"/>
                </a:solidFill>
                <a:latin typeface="Noto Sans TC" panose="020B0500000000000000" pitchFamily="34" charset="-128"/>
                <a:ea typeface="Noto Sans TC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b="1" dirty="0">
                <a:latin typeface="Noto Sans TC" panose="020B0500000000000000" pitchFamily="34" charset="-128"/>
                <a:ea typeface="Noto Sans TC" panose="020B0500000000000000" pitchFamily="34" charset="-128"/>
              </a:rPr>
              <a:t>文字</a:t>
            </a:r>
            <a:endParaRPr kumimoji="1" lang="zh-TW" altLang="en-US" dirty="0"/>
          </a:p>
        </p:txBody>
      </p:sp>
      <p:sp>
        <p:nvSpPr>
          <p:cNvPr id="43" name="文字版面配置區 39">
            <a:extLst>
              <a:ext uri="{FF2B5EF4-FFF2-40B4-BE49-F238E27FC236}">
                <a16:creationId xmlns:a16="http://schemas.microsoft.com/office/drawing/2014/main" id="{A822707C-2AD9-924F-8D2B-25A710894F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32724" y="5073734"/>
            <a:ext cx="1082350" cy="22265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TW" altLang="en-US" sz="1800" b="1" kern="1200" dirty="0">
                <a:solidFill>
                  <a:schemeClr val="tx1"/>
                </a:solidFill>
                <a:latin typeface="Noto Sans TC" panose="020B0500000000000000" pitchFamily="34" charset="-128"/>
                <a:ea typeface="Noto Sans TC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b="1" dirty="0">
                <a:latin typeface="Noto Sans TC" panose="020B0500000000000000" pitchFamily="34" charset="-128"/>
                <a:ea typeface="Noto Sans TC" panose="020B0500000000000000" pitchFamily="34" charset="-128"/>
              </a:rPr>
              <a:t>文字</a:t>
            </a:r>
            <a:endParaRPr kumimoji="1" lang="zh-TW" altLang="en-US" dirty="0"/>
          </a:p>
        </p:txBody>
      </p:sp>
      <p:sp>
        <p:nvSpPr>
          <p:cNvPr id="44" name="文字版面配置區 39">
            <a:extLst>
              <a:ext uri="{FF2B5EF4-FFF2-40B4-BE49-F238E27FC236}">
                <a16:creationId xmlns:a16="http://schemas.microsoft.com/office/drawing/2014/main" id="{D8CBB71C-AF0C-BA48-93EC-21EDB2360B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14667" y="5073734"/>
            <a:ext cx="1082350" cy="22265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TW" altLang="en-US" sz="1800" b="1" kern="1200">
                <a:solidFill>
                  <a:schemeClr val="tx1"/>
                </a:solidFill>
                <a:latin typeface="Noto Sans TC" panose="020B0500000000000000" pitchFamily="34" charset="-128"/>
                <a:ea typeface="Noto Sans TC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b="1" dirty="0">
                <a:latin typeface="Noto Sans TC" panose="020B0500000000000000" pitchFamily="34" charset="-128"/>
                <a:ea typeface="Noto Sans TC" panose="020B0500000000000000" pitchFamily="34" charset="-128"/>
              </a:rPr>
              <a:t>文字</a:t>
            </a:r>
            <a:endParaRPr kumimoji="1" lang="zh-TW" altLang="en-US" dirty="0"/>
          </a:p>
        </p:txBody>
      </p:sp>
      <p:sp>
        <p:nvSpPr>
          <p:cNvPr id="45" name="文字版面配置區 39">
            <a:extLst>
              <a:ext uri="{FF2B5EF4-FFF2-40B4-BE49-F238E27FC236}">
                <a16:creationId xmlns:a16="http://schemas.microsoft.com/office/drawing/2014/main" id="{F4D6284C-9128-3549-BA1B-165535A968B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34120" y="2554257"/>
            <a:ext cx="2164441" cy="10494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 i="0">
                <a:latin typeface="Noto Sans TC" panose="020B0500000000000000" pitchFamily="34" charset="-128"/>
                <a:ea typeface="Noto Sans TC" panose="020B0500000000000000" pitchFamily="34" charset="-128"/>
                <a:cs typeface="Noto Sans TC" panose="020B0500000000000000" pitchFamily="34" charset="-128"/>
              </a:defRPr>
            </a:lvl1pPr>
          </a:lstStyle>
          <a:p>
            <a:pPr lvl="0"/>
            <a:r>
              <a:rPr kumimoji="1" lang="zh-TW" altLang="en-US" dirty="0"/>
              <a:t>內容</a:t>
            </a:r>
          </a:p>
        </p:txBody>
      </p:sp>
      <p:sp>
        <p:nvSpPr>
          <p:cNvPr id="46" name="文字版面配置區 39">
            <a:extLst>
              <a:ext uri="{FF2B5EF4-FFF2-40B4-BE49-F238E27FC236}">
                <a16:creationId xmlns:a16="http://schemas.microsoft.com/office/drawing/2014/main" id="{9FB80B9A-A0FF-2B46-95DC-BCE663975BE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09308" y="2554257"/>
            <a:ext cx="2164441" cy="10494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 i="0">
                <a:latin typeface="Noto Sans TC" panose="020B0500000000000000" pitchFamily="34" charset="-128"/>
                <a:ea typeface="Noto Sans TC" panose="020B0500000000000000" pitchFamily="34" charset="-128"/>
                <a:cs typeface="Noto Sans TC" panose="020B0500000000000000" pitchFamily="34" charset="-128"/>
              </a:defRPr>
            </a:lvl1pPr>
          </a:lstStyle>
          <a:p>
            <a:pPr lvl="0"/>
            <a:r>
              <a:rPr kumimoji="1" lang="zh-TW" altLang="en-US" dirty="0"/>
              <a:t>內容</a:t>
            </a:r>
          </a:p>
        </p:txBody>
      </p:sp>
      <p:sp>
        <p:nvSpPr>
          <p:cNvPr id="47" name="文字版面配置區 39">
            <a:extLst>
              <a:ext uri="{FF2B5EF4-FFF2-40B4-BE49-F238E27FC236}">
                <a16:creationId xmlns:a16="http://schemas.microsoft.com/office/drawing/2014/main" id="{504B743F-D8FB-ED4E-BCB4-3782E28591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88288" y="2554257"/>
            <a:ext cx="2164441" cy="10494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 i="0">
                <a:latin typeface="Noto Sans TC" panose="020B0500000000000000" pitchFamily="34" charset="-128"/>
                <a:ea typeface="Noto Sans TC" panose="020B0500000000000000" pitchFamily="34" charset="-128"/>
                <a:cs typeface="Noto Sans TC" panose="020B0500000000000000" pitchFamily="34" charset="-128"/>
              </a:defRPr>
            </a:lvl1pPr>
          </a:lstStyle>
          <a:p>
            <a:pPr lvl="0"/>
            <a:r>
              <a:rPr kumimoji="1" lang="zh-TW" altLang="en-US" dirty="0"/>
              <a:t>內容</a:t>
            </a:r>
          </a:p>
        </p:txBody>
      </p:sp>
      <p:sp>
        <p:nvSpPr>
          <p:cNvPr id="24" name="投影片編號版面配置區 1">
            <a:extLst>
              <a:ext uri="{FF2B5EF4-FFF2-40B4-BE49-F238E27FC236}">
                <a16:creationId xmlns:a16="http://schemas.microsoft.com/office/drawing/2014/main" id="{6959F00F-1AB9-D040-B57F-0BDF9F9688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40416" y="6656283"/>
            <a:ext cx="2351584" cy="19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</a:lstStyle>
          <a:p>
            <a:fld id="{487C581C-BDE3-CC4F-A80B-C8F4E1B23B63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4712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3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標題 37">
            <a:extLst>
              <a:ext uri="{FF2B5EF4-FFF2-40B4-BE49-F238E27FC236}">
                <a16:creationId xmlns:a16="http://schemas.microsoft.com/office/drawing/2014/main" id="{0C97C1A2-88AE-994A-949B-567BB0B9D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0" name="文字版面配置區 39">
            <a:extLst>
              <a:ext uri="{FF2B5EF4-FFF2-40B4-BE49-F238E27FC236}">
                <a16:creationId xmlns:a16="http://schemas.microsoft.com/office/drawing/2014/main" id="{5DD2E97A-1C91-9C41-8F6E-5AC334C85F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0000" y="1368000"/>
            <a:ext cx="2406446" cy="1556944"/>
          </a:xfrm>
          <a:prstGeom prst="rect">
            <a:avLst/>
          </a:prstGeom>
          <a:solidFill>
            <a:srgbClr val="C2DF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1" i="0">
                <a:latin typeface="Noto Sans TC" panose="020B0500000000000000" pitchFamily="34" charset="-128"/>
                <a:ea typeface="Noto Sans TC" panose="020B0500000000000000" pitchFamily="34" charset="-128"/>
                <a:cs typeface="Noto Sans TC" panose="020B0500000000000000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US" altLang="zh-TW" dirty="0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 dirty="0"/>
              <a:t>標題</a:t>
            </a:r>
          </a:p>
          <a:p>
            <a:pPr lvl="0"/>
            <a:endParaRPr kumimoji="1" lang="zh-TW" altLang="en-US" dirty="0"/>
          </a:p>
        </p:txBody>
      </p:sp>
      <p:sp>
        <p:nvSpPr>
          <p:cNvPr id="21" name="文字版面配置區 10">
            <a:extLst>
              <a:ext uri="{FF2B5EF4-FFF2-40B4-BE49-F238E27FC236}">
                <a16:creationId xmlns:a16="http://schemas.microsoft.com/office/drawing/2014/main" id="{0B731E8A-D02F-8941-83B8-6FE9EDAB126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287688" y="1368000"/>
            <a:ext cx="8184312" cy="1576656"/>
          </a:xfrm>
          <a:prstGeom prst="rect">
            <a:avLst/>
          </a:prstGeom>
          <a:solidFill>
            <a:srgbClr val="F2F2F2"/>
          </a:solidFill>
        </p:spPr>
        <p:txBody>
          <a:bodyPr/>
          <a:lstStyle>
            <a:lvl1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  <a:lvl2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2pPr>
            <a:lvl3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3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</p:txBody>
      </p:sp>
      <p:sp>
        <p:nvSpPr>
          <p:cNvPr id="28" name="文字版面配置區 39">
            <a:extLst>
              <a:ext uri="{FF2B5EF4-FFF2-40B4-BE49-F238E27FC236}">
                <a16:creationId xmlns:a16="http://schemas.microsoft.com/office/drawing/2014/main" id="{2753BF6A-AD03-0D49-92B6-9E2FCEC9861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20000" y="3106859"/>
            <a:ext cx="2406446" cy="1556944"/>
          </a:xfrm>
          <a:prstGeom prst="rect">
            <a:avLst/>
          </a:prstGeom>
          <a:solidFill>
            <a:srgbClr val="C2DF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1" i="0">
                <a:latin typeface="Noto Sans TC" panose="020B0500000000000000" pitchFamily="34" charset="-128"/>
                <a:ea typeface="Noto Sans TC" panose="020B0500000000000000" pitchFamily="34" charset="-128"/>
                <a:cs typeface="Noto Sans TC" panose="020B0500000000000000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US" altLang="zh-TW" dirty="0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 dirty="0"/>
              <a:t>標題</a:t>
            </a:r>
          </a:p>
          <a:p>
            <a:pPr lvl="0"/>
            <a:endParaRPr kumimoji="1" lang="zh-TW" altLang="en-US" dirty="0"/>
          </a:p>
        </p:txBody>
      </p:sp>
      <p:sp>
        <p:nvSpPr>
          <p:cNvPr id="29" name="文字版面配置區 10">
            <a:extLst>
              <a:ext uri="{FF2B5EF4-FFF2-40B4-BE49-F238E27FC236}">
                <a16:creationId xmlns:a16="http://schemas.microsoft.com/office/drawing/2014/main" id="{2FE69E5B-E63F-6C4C-B398-238CA152732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87688" y="3106859"/>
            <a:ext cx="8184312" cy="1576656"/>
          </a:xfrm>
          <a:prstGeom prst="rect">
            <a:avLst/>
          </a:prstGeom>
          <a:solidFill>
            <a:srgbClr val="F2F2F2"/>
          </a:solidFill>
        </p:spPr>
        <p:txBody>
          <a:bodyPr/>
          <a:lstStyle>
            <a:lvl1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  <a:lvl2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2pPr>
            <a:lvl3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3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</p:txBody>
      </p:sp>
      <p:sp>
        <p:nvSpPr>
          <p:cNvPr id="30" name="文字版面配置區 39">
            <a:extLst>
              <a:ext uri="{FF2B5EF4-FFF2-40B4-BE49-F238E27FC236}">
                <a16:creationId xmlns:a16="http://schemas.microsoft.com/office/drawing/2014/main" id="{568A9BFE-E27D-BF45-9715-BDBD7B8009F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20000" y="4845719"/>
            <a:ext cx="2406446" cy="1556944"/>
          </a:xfrm>
          <a:prstGeom prst="rect">
            <a:avLst/>
          </a:prstGeom>
          <a:solidFill>
            <a:srgbClr val="C2DF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1" i="0">
                <a:latin typeface="Noto Sans TC" panose="020B0500000000000000" pitchFamily="34" charset="-128"/>
                <a:ea typeface="Noto Sans TC" panose="020B0500000000000000" pitchFamily="34" charset="-128"/>
                <a:cs typeface="Noto Sans TC" panose="020B0500000000000000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US" altLang="zh-TW" dirty="0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 dirty="0"/>
              <a:t>標題</a:t>
            </a:r>
          </a:p>
          <a:p>
            <a:pPr lvl="0"/>
            <a:endParaRPr kumimoji="1" lang="zh-TW" altLang="en-US" dirty="0"/>
          </a:p>
        </p:txBody>
      </p:sp>
      <p:sp>
        <p:nvSpPr>
          <p:cNvPr id="31" name="文字版面配置區 10">
            <a:extLst>
              <a:ext uri="{FF2B5EF4-FFF2-40B4-BE49-F238E27FC236}">
                <a16:creationId xmlns:a16="http://schemas.microsoft.com/office/drawing/2014/main" id="{3CF892E2-7E1A-B04D-BB23-983FBC1554F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87688" y="4845719"/>
            <a:ext cx="8184312" cy="1576656"/>
          </a:xfrm>
          <a:prstGeom prst="rect">
            <a:avLst/>
          </a:prstGeom>
          <a:solidFill>
            <a:srgbClr val="F2F2F2"/>
          </a:solidFill>
        </p:spPr>
        <p:txBody>
          <a:bodyPr/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</p:txBody>
      </p:sp>
      <p:sp>
        <p:nvSpPr>
          <p:cNvPr id="32" name="投影片編號版面配置區 1">
            <a:extLst>
              <a:ext uri="{FF2B5EF4-FFF2-40B4-BE49-F238E27FC236}">
                <a16:creationId xmlns:a16="http://schemas.microsoft.com/office/drawing/2014/main" id="{81973E48-0D9B-4E42-AB59-B1C895E227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40416" y="6656283"/>
            <a:ext cx="2351584" cy="19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</a:lstStyle>
          <a:p>
            <a:fld id="{487C581C-BDE3-CC4F-A80B-C8F4E1B23B63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91189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兩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183FE903-2808-9145-8E6D-B70CC8C04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21" name="文字版面配置區 39">
            <a:extLst>
              <a:ext uri="{FF2B5EF4-FFF2-40B4-BE49-F238E27FC236}">
                <a16:creationId xmlns:a16="http://schemas.microsoft.com/office/drawing/2014/main" id="{ECC7D2BF-E3F9-AB4A-84CE-F48E15C6002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999" y="5909335"/>
            <a:ext cx="10791737" cy="379680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ctr">
              <a:buNone/>
              <a:defRPr lang="zh-TW" altLang="en-US" sz="1800" b="1" kern="1200" dirty="0">
                <a:solidFill>
                  <a:schemeClr val="tx2">
                    <a:lumMod val="65000"/>
                    <a:lumOff val="35000"/>
                  </a:schemeClr>
                </a:solidFill>
                <a:latin typeface="Titillium"/>
                <a:ea typeface="Microsoft JhengHei UI" panose="020B0604030504040204" pitchFamily="34" charset="-120"/>
                <a:cs typeface="Arial" panose="020B0604020202020204" pitchFamily="34" charset="0"/>
              </a:defRPr>
            </a:lvl1pPr>
          </a:lstStyle>
          <a:p>
            <a:pPr lvl="0"/>
            <a:endParaRPr kumimoji="1" lang="zh-TW" altLang="en-US" dirty="0"/>
          </a:p>
        </p:txBody>
      </p:sp>
      <p:sp>
        <p:nvSpPr>
          <p:cNvPr id="27" name="文字版面配置區 39">
            <a:extLst>
              <a:ext uri="{FF2B5EF4-FFF2-40B4-BE49-F238E27FC236}">
                <a16:creationId xmlns:a16="http://schemas.microsoft.com/office/drawing/2014/main" id="{924ACD28-C6F7-EB46-84A7-CF4C4EB7B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0000" y="1368000"/>
            <a:ext cx="2855720" cy="2061000"/>
          </a:xfrm>
          <a:prstGeom prst="rect">
            <a:avLst/>
          </a:prstGeom>
          <a:solidFill>
            <a:srgbClr val="C2DF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1" i="0">
                <a:latin typeface="Noto Sans TC" panose="020B0500000000000000" pitchFamily="34" charset="-128"/>
                <a:ea typeface="Noto Sans TC" panose="020B0500000000000000" pitchFamily="34" charset="-128"/>
                <a:cs typeface="Noto Sans TC" panose="020B0500000000000000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US" altLang="zh-TW" dirty="0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 dirty="0"/>
              <a:t>標題</a:t>
            </a:r>
          </a:p>
          <a:p>
            <a:pPr lvl="0"/>
            <a:endParaRPr kumimoji="1" lang="zh-TW" altLang="en-US" dirty="0"/>
          </a:p>
        </p:txBody>
      </p:sp>
      <p:sp>
        <p:nvSpPr>
          <p:cNvPr id="28" name="文字版面配置區 10">
            <a:extLst>
              <a:ext uri="{FF2B5EF4-FFF2-40B4-BE49-F238E27FC236}">
                <a16:creationId xmlns:a16="http://schemas.microsoft.com/office/drawing/2014/main" id="{7FD6AC8C-1E7B-DB4C-A0C4-97CB22E8DDF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719736" y="1368000"/>
            <a:ext cx="7752264" cy="2061000"/>
          </a:xfrm>
          <a:prstGeom prst="rect">
            <a:avLst/>
          </a:prstGeom>
          <a:solidFill>
            <a:srgbClr val="F2F2F2"/>
          </a:solidFill>
        </p:spPr>
        <p:txBody>
          <a:bodyPr/>
          <a:lstStyle>
            <a:lvl1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  <a:lvl2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2pPr>
            <a:lvl3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3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</p:txBody>
      </p:sp>
      <p:sp>
        <p:nvSpPr>
          <p:cNvPr id="35" name="文字版面配置區 39">
            <a:extLst>
              <a:ext uri="{FF2B5EF4-FFF2-40B4-BE49-F238E27FC236}">
                <a16:creationId xmlns:a16="http://schemas.microsoft.com/office/drawing/2014/main" id="{34669478-BA9F-6841-ADDF-7F3A61ECC3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20000" y="3631515"/>
            <a:ext cx="2855720" cy="2061000"/>
          </a:xfrm>
          <a:prstGeom prst="rect">
            <a:avLst/>
          </a:prstGeom>
          <a:solidFill>
            <a:srgbClr val="C2DF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1" i="0">
                <a:latin typeface="Noto Sans TC" panose="020B0500000000000000" pitchFamily="34" charset="-128"/>
                <a:ea typeface="Noto Sans TC" panose="020B0500000000000000" pitchFamily="34" charset="-128"/>
                <a:cs typeface="Noto Sans TC" panose="020B0500000000000000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US" altLang="zh-TW" dirty="0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 dirty="0"/>
              <a:t>標題</a:t>
            </a:r>
          </a:p>
          <a:p>
            <a:pPr lvl="0"/>
            <a:endParaRPr kumimoji="1" lang="zh-TW" altLang="en-US" dirty="0"/>
          </a:p>
        </p:txBody>
      </p:sp>
      <p:sp>
        <p:nvSpPr>
          <p:cNvPr id="36" name="文字版面配置區 10">
            <a:extLst>
              <a:ext uri="{FF2B5EF4-FFF2-40B4-BE49-F238E27FC236}">
                <a16:creationId xmlns:a16="http://schemas.microsoft.com/office/drawing/2014/main" id="{5BE0CCA5-0C5C-F843-BE61-91E281D5486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19736" y="3631515"/>
            <a:ext cx="7752264" cy="2061000"/>
          </a:xfrm>
          <a:prstGeom prst="rect">
            <a:avLst/>
          </a:prstGeom>
          <a:solidFill>
            <a:srgbClr val="F2F2F2"/>
          </a:solidFill>
        </p:spPr>
        <p:txBody>
          <a:bodyPr/>
          <a:lstStyle>
            <a:lvl1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  <a:lvl2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2pPr>
            <a:lvl3pPr>
              <a:defRPr>
                <a:latin typeface="Noto Sans TC" panose="020B0500000000000000" pitchFamily="34" charset="-128"/>
                <a:ea typeface="Noto Sans TC" panose="020B0500000000000000" pitchFamily="34" charset="-128"/>
              </a:defRPr>
            </a:lvl3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</p:txBody>
      </p:sp>
      <p:sp>
        <p:nvSpPr>
          <p:cNvPr id="37" name="投影片編號版面配置區 1">
            <a:extLst>
              <a:ext uri="{FF2B5EF4-FFF2-40B4-BE49-F238E27FC236}">
                <a16:creationId xmlns:a16="http://schemas.microsoft.com/office/drawing/2014/main" id="{22282224-867A-D141-970D-B34C1B175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40416" y="6656283"/>
            <a:ext cx="2351584" cy="19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</a:lstStyle>
          <a:p>
            <a:fld id="{487C581C-BDE3-CC4F-A80B-C8F4E1B23B63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8474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163765A3-8C25-8E4B-B0EA-0142B6E09ACD}"/>
              </a:ext>
            </a:extLst>
          </p:cNvPr>
          <p:cNvGrpSpPr/>
          <p:nvPr userDrawn="1"/>
        </p:nvGrpSpPr>
        <p:grpSpPr>
          <a:xfrm>
            <a:off x="5321088" y="2935967"/>
            <a:ext cx="1348348" cy="487607"/>
            <a:chOff x="5271119" y="2935967"/>
            <a:chExt cx="1348348" cy="487607"/>
          </a:xfrm>
        </p:grpSpPr>
        <p:sp>
          <p:nvSpPr>
            <p:cNvPr id="9" name="箭號: 五邊形 5">
              <a:extLst>
                <a:ext uri="{FF2B5EF4-FFF2-40B4-BE49-F238E27FC236}">
                  <a16:creationId xmlns:a16="http://schemas.microsoft.com/office/drawing/2014/main" id="{10D01119-0693-AD4D-835E-6CD56A5FF970}"/>
                </a:ext>
              </a:extLst>
            </p:cNvPr>
            <p:cNvSpPr/>
            <p:nvPr userDrawn="1"/>
          </p:nvSpPr>
          <p:spPr>
            <a:xfrm>
              <a:off x="5271119" y="2938942"/>
              <a:ext cx="978408" cy="484632"/>
            </a:xfrm>
            <a:prstGeom prst="homePlate">
              <a:avLst/>
            </a:prstGeom>
            <a:gradFill flip="none" rotWithShape="1">
              <a:gsLst>
                <a:gs pos="0">
                  <a:srgbClr val="7ED3DC">
                    <a:alpha val="0"/>
                  </a:srgbClr>
                </a:gs>
                <a:gs pos="100000">
                  <a:srgbClr val="7ED3D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Noto Sans TC" panose="020B0500000000000000" pitchFamily="34" charset="-128"/>
                <a:ea typeface="Noto Sans TC" panose="020B0500000000000000" pitchFamily="34" charset="-128"/>
              </a:endParaRPr>
            </a:p>
          </p:txBody>
        </p:sp>
        <p:sp>
          <p:nvSpPr>
            <p:cNvPr id="10" name="箭號: ＞形 6">
              <a:extLst>
                <a:ext uri="{FF2B5EF4-FFF2-40B4-BE49-F238E27FC236}">
                  <a16:creationId xmlns:a16="http://schemas.microsoft.com/office/drawing/2014/main" id="{FB54C377-9F71-6343-9288-B2EFAE1D1B66}"/>
                </a:ext>
              </a:extLst>
            </p:cNvPr>
            <p:cNvSpPr/>
            <p:nvPr userDrawn="1"/>
          </p:nvSpPr>
          <p:spPr>
            <a:xfrm>
              <a:off x="6134835" y="2935967"/>
              <a:ext cx="484632" cy="484632"/>
            </a:xfrm>
            <a:prstGeom prst="chevron">
              <a:avLst/>
            </a:prstGeom>
            <a:gradFill>
              <a:gsLst>
                <a:gs pos="100000">
                  <a:srgbClr val="20A9A9"/>
                </a:gs>
                <a:gs pos="0">
                  <a:srgbClr val="7ED3DC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  <a:latin typeface="Noto Sans TC" panose="020B0500000000000000" pitchFamily="34" charset="-128"/>
                <a:ea typeface="Noto Sans TC" panose="020B0500000000000000" pitchFamily="34" charset="-128"/>
              </a:endParaRPr>
            </a:p>
          </p:txBody>
        </p:sp>
      </p:grp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2242479B-CBA0-0149-B84D-E580E54741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000" y="2056331"/>
            <a:ext cx="4084720" cy="3164652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600" b="0" i="0">
                <a:latin typeface="Noto Sans TC" panose="020B0500000000000000" pitchFamily="34" charset="-128"/>
                <a:ea typeface="Noto Sans TC" panose="020B0500000000000000" pitchFamily="34" charset="-128"/>
                <a:cs typeface="Noto Sans TC" panose="020B0500000000000000" pitchFamily="34" charset="-128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7" name="標題 16">
            <a:extLst>
              <a:ext uri="{FF2B5EF4-FFF2-40B4-BE49-F238E27FC236}">
                <a16:creationId xmlns:a16="http://schemas.microsoft.com/office/drawing/2014/main" id="{8A66C048-3DA3-B448-804E-86C7C2B71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15" name="文字版面配置區 39">
            <a:extLst>
              <a:ext uri="{FF2B5EF4-FFF2-40B4-BE49-F238E27FC236}">
                <a16:creationId xmlns:a16="http://schemas.microsoft.com/office/drawing/2014/main" id="{A91893A2-3201-4342-9429-C189AAC2F33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000" y="1368000"/>
            <a:ext cx="4084719" cy="379680"/>
          </a:xfrm>
          <a:prstGeom prst="rect">
            <a:avLst/>
          </a:prstGeom>
          <a:solidFill>
            <a:srgbClr val="2E406C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TW" altLang="en-US" sz="2400" b="1" kern="1200" dirty="0">
                <a:solidFill>
                  <a:schemeClr val="bg1"/>
                </a:solidFill>
                <a:latin typeface="Noto Sans TC" panose="020B0500000000000000" pitchFamily="34" charset="-128"/>
                <a:ea typeface="Noto Sans TC" panose="020B0500000000000000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b="1" dirty="0">
                <a:latin typeface="Noto Sans TC" panose="020B0500000000000000" pitchFamily="34" charset="-128"/>
                <a:ea typeface="Noto Sans TC" panose="020B0500000000000000" pitchFamily="34" charset="-128"/>
              </a:rPr>
              <a:t>標題</a:t>
            </a:r>
            <a:endParaRPr lang="en-US" altLang="zh-TW" b="1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</p:txBody>
      </p:sp>
      <p:sp>
        <p:nvSpPr>
          <p:cNvPr id="16" name="文字版面配置區 39">
            <a:extLst>
              <a:ext uri="{FF2B5EF4-FFF2-40B4-BE49-F238E27FC236}">
                <a16:creationId xmlns:a16="http://schemas.microsoft.com/office/drawing/2014/main" id="{9461DD0C-FCE2-1E42-A28D-AEC73947B2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84573" y="1368000"/>
            <a:ext cx="4187426" cy="379680"/>
          </a:xfrm>
          <a:prstGeom prst="rect">
            <a:avLst/>
          </a:prstGeom>
          <a:solidFill>
            <a:srgbClr val="31B3B9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TW" altLang="en-US" sz="2400" b="1" kern="1200" dirty="0">
                <a:solidFill>
                  <a:schemeClr val="bg1"/>
                </a:solidFill>
                <a:latin typeface="Noto Sans TC" panose="020B0500000000000000" pitchFamily="34" charset="-128"/>
                <a:ea typeface="Noto Sans TC" panose="020B0500000000000000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b="1" dirty="0">
                <a:latin typeface="Noto Sans TC" panose="020B0500000000000000" pitchFamily="34" charset="-128"/>
                <a:ea typeface="Noto Sans TC" panose="020B0500000000000000" pitchFamily="34" charset="-128"/>
              </a:rPr>
              <a:t>標題</a:t>
            </a:r>
            <a:endParaRPr lang="en-US" altLang="zh-TW" b="1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</p:txBody>
      </p:sp>
      <p:sp>
        <p:nvSpPr>
          <p:cNvPr id="18" name="文字版面配置區 39">
            <a:extLst>
              <a:ext uri="{FF2B5EF4-FFF2-40B4-BE49-F238E27FC236}">
                <a16:creationId xmlns:a16="http://schemas.microsoft.com/office/drawing/2014/main" id="{386EAE58-6AEA-4C48-9E79-CAE64052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87150" y="2332131"/>
            <a:ext cx="2016224" cy="37968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zh-TW" altLang="en-US" sz="1800" b="1" kern="1200" dirty="0">
                <a:solidFill>
                  <a:schemeClr val="tx2">
                    <a:lumMod val="65000"/>
                    <a:lumOff val="35000"/>
                  </a:schemeClr>
                </a:solidFill>
                <a:latin typeface="Noto Sans TC" panose="020B0500000000000000" pitchFamily="34" charset="-128"/>
                <a:ea typeface="Noto Sans TC" panose="020B0500000000000000" pitchFamily="34" charset="-128"/>
                <a:cs typeface="Arial" panose="020B0604020202020204" pitchFamily="34" charset="0"/>
              </a:defRPr>
            </a:lvl1pPr>
          </a:lstStyle>
          <a:p>
            <a:pPr lvl="0"/>
            <a:endParaRPr kumimoji="1" lang="zh-TW" altLang="en-US" dirty="0"/>
          </a:p>
        </p:txBody>
      </p:sp>
      <p:sp>
        <p:nvSpPr>
          <p:cNvPr id="19" name="文字版面配置區 39">
            <a:extLst>
              <a:ext uri="{FF2B5EF4-FFF2-40B4-BE49-F238E27FC236}">
                <a16:creationId xmlns:a16="http://schemas.microsoft.com/office/drawing/2014/main" id="{0586A711-959A-3C47-B4E0-F6A986EAEC4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87150" y="3786462"/>
            <a:ext cx="2016224" cy="37968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zh-TW" altLang="en-US" sz="1800" b="1" kern="1200" dirty="0">
                <a:solidFill>
                  <a:schemeClr val="tx2">
                    <a:lumMod val="65000"/>
                    <a:lumOff val="35000"/>
                  </a:schemeClr>
                </a:solidFill>
                <a:latin typeface="Noto Sans TC" panose="020B0500000000000000" pitchFamily="34" charset="-128"/>
                <a:ea typeface="Noto Sans TC" panose="020B0500000000000000" pitchFamily="34" charset="-128"/>
                <a:cs typeface="Arial" panose="020B0604020202020204" pitchFamily="34" charset="0"/>
              </a:defRPr>
            </a:lvl1pPr>
          </a:lstStyle>
          <a:p>
            <a:pPr lvl="0"/>
            <a:endParaRPr kumimoji="1" lang="zh-TW" altLang="en-US" dirty="0"/>
          </a:p>
        </p:txBody>
      </p:sp>
      <p:sp>
        <p:nvSpPr>
          <p:cNvPr id="20" name="文字版面配置區 39">
            <a:extLst>
              <a:ext uri="{FF2B5EF4-FFF2-40B4-BE49-F238E27FC236}">
                <a16:creationId xmlns:a16="http://schemas.microsoft.com/office/drawing/2014/main" id="{37C6956A-4F8E-CA40-90C5-076F5442508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999" y="5445139"/>
            <a:ext cx="10917061" cy="379680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ctr">
              <a:buNone/>
              <a:defRPr lang="zh-TW" altLang="en-US" sz="1800" b="1" kern="1200" dirty="0">
                <a:solidFill>
                  <a:schemeClr val="tx2">
                    <a:lumMod val="65000"/>
                    <a:lumOff val="35000"/>
                  </a:schemeClr>
                </a:solidFill>
                <a:latin typeface="Noto Sans TC" panose="020B0500000000000000" pitchFamily="34" charset="-128"/>
                <a:ea typeface="Noto Sans TC" panose="020B0500000000000000" pitchFamily="34" charset="-128"/>
                <a:cs typeface="Arial" panose="020B0604020202020204" pitchFamily="34" charset="0"/>
              </a:defRPr>
            </a:lvl1pPr>
          </a:lstStyle>
          <a:p>
            <a:pPr lvl="0"/>
            <a:endParaRPr kumimoji="1" lang="zh-TW" altLang="en-US" dirty="0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D6064D6B-775F-7C4C-AA10-C754601AF57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284572" y="2056331"/>
            <a:ext cx="4187427" cy="3164652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600" b="0" i="0">
                <a:latin typeface="Noto Sans TC" panose="020B0500000000000000" pitchFamily="34" charset="-128"/>
                <a:ea typeface="Noto Sans TC" panose="020B0500000000000000" pitchFamily="34" charset="-128"/>
                <a:cs typeface="Noto Sans TC" panose="020B0500000000000000" pitchFamily="34" charset="-128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2" name="投影片編號版面配置區 1">
            <a:extLst>
              <a:ext uri="{FF2B5EF4-FFF2-40B4-BE49-F238E27FC236}">
                <a16:creationId xmlns:a16="http://schemas.microsoft.com/office/drawing/2014/main" id="{7CC4C688-215C-D541-8C4F-1BBD510CB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40416" y="6656283"/>
            <a:ext cx="2351584" cy="19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</a:lstStyle>
          <a:p>
            <a:fld id="{487C581C-BDE3-CC4F-A80B-C8F4E1B23B63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5975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0696A8-2D2E-D44E-A91B-055C1AFFD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4" name="投影片編號版面配置區 1">
            <a:extLst>
              <a:ext uri="{FF2B5EF4-FFF2-40B4-BE49-F238E27FC236}">
                <a16:creationId xmlns:a16="http://schemas.microsoft.com/office/drawing/2014/main" id="{94942144-FD3A-2A4A-9DDD-852393D4E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40416" y="6656283"/>
            <a:ext cx="2351584" cy="19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TC" panose="020B0500000000000000" pitchFamily="34" charset="-128"/>
                <a:ea typeface="Noto Sans TC" panose="020B0500000000000000" pitchFamily="34" charset="-128"/>
              </a:defRPr>
            </a:lvl1pPr>
          </a:lstStyle>
          <a:p>
            <a:fld id="{487C581C-BDE3-CC4F-A80B-C8F4E1B23B63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550515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404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版面配置區 4">
            <a:extLst>
              <a:ext uri="{FF2B5EF4-FFF2-40B4-BE49-F238E27FC236}">
                <a16:creationId xmlns:a16="http://schemas.microsoft.com/office/drawing/2014/main" id="{92882545-02DC-2544-8E22-5EC65B85D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75" y="1"/>
            <a:ext cx="12196875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667736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2" r:id="rId2"/>
    <p:sldLayoutId id="2147483667" r:id="rId3"/>
    <p:sldLayoutId id="2147483668" r:id="rId4"/>
    <p:sldLayoutId id="2147483670" r:id="rId5"/>
    <p:sldLayoutId id="2147483669" r:id="rId6"/>
    <p:sldLayoutId id="2147483671" r:id="rId7"/>
    <p:sldLayoutId id="2147483649" r:id="rId8"/>
    <p:sldLayoutId id="2147483651" r:id="rId9"/>
    <p:sldLayoutId id="2147483663" r:id="rId10"/>
    <p:sldLayoutId id="2147483664" r:id="rId11"/>
    <p:sldLayoutId id="2147483672" r:id="rId12"/>
    <p:sldLayoutId id="2147483666" r:id="rId13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Noto Sans TC" panose="020B0500000000000000" pitchFamily="34" charset="-128"/>
          <a:ea typeface="Noto Sans TC" panose="020B0500000000000000" pitchFamily="34" charset="-128"/>
          <a:cs typeface="Noto Sans TC" panose="020B0500000000000000" pitchFamily="34" charset="-12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errit.o-ran-sc.org/r/ric-plt/ric-dep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gerrit.o-ran-sc.org/r/it/dep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gerrit.o-ran-sc.org/r/ric-app/ad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gerrit.o-ran-sc.org/r/ric-app/t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gerrit.o-ran-sc.org/r/ric-app/qp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Outline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052736"/>
            <a:ext cx="10776600" cy="5544616"/>
          </a:xfrm>
        </p:spPr>
        <p:txBody>
          <a:bodyPr/>
          <a:lstStyle/>
          <a:p>
            <a:r>
              <a:rPr kumimoji="1" lang="en-US" altLang="zh-TW" sz="2000" dirty="0"/>
              <a:t>Introduction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kumimoji="1" lang="en-US" altLang="zh-TW" sz="1800" dirty="0">
                <a:solidFill>
                  <a:srgbClr val="0066FF"/>
                </a:solidFill>
              </a:rPr>
              <a:t>Background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kumimoji="1" lang="en-US" altLang="zh-TW" sz="1800" dirty="0">
                <a:solidFill>
                  <a:srgbClr val="0066FF"/>
                </a:solidFill>
              </a:rPr>
              <a:t>O-RAN architecture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dirty="0">
                <a:solidFill>
                  <a:srgbClr val="0066FF"/>
                </a:solidFill>
              </a:rPr>
              <a:t>A1</a:t>
            </a:r>
            <a:r>
              <a:rPr lang="zh-TW" altLang="en-US" sz="1800" dirty="0">
                <a:solidFill>
                  <a:srgbClr val="0066FF"/>
                </a:solidFill>
              </a:rPr>
              <a:t> </a:t>
            </a:r>
            <a:r>
              <a:rPr lang="en-US" altLang="zh-TW" sz="1800" dirty="0">
                <a:solidFill>
                  <a:srgbClr val="0066FF"/>
                </a:solidFill>
              </a:rPr>
              <a:t>interface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dirty="0">
                <a:solidFill>
                  <a:srgbClr val="0066FF"/>
                </a:solidFill>
              </a:rPr>
              <a:t>E2</a:t>
            </a:r>
            <a:r>
              <a:rPr lang="zh-TW" altLang="en-US" sz="1800" dirty="0">
                <a:solidFill>
                  <a:srgbClr val="0066FF"/>
                </a:solidFill>
              </a:rPr>
              <a:t> </a:t>
            </a:r>
            <a:r>
              <a:rPr lang="en-US" altLang="zh-TW" sz="1800" dirty="0">
                <a:solidFill>
                  <a:srgbClr val="0066FF"/>
                </a:solidFill>
              </a:rPr>
              <a:t>interface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dirty="0">
                <a:solidFill>
                  <a:srgbClr val="0066FF"/>
                </a:solidFill>
              </a:rPr>
              <a:t>ML Workflow with RIC: Non-RT RIC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dirty="0">
                <a:solidFill>
                  <a:srgbClr val="0066FF"/>
                </a:solidFill>
              </a:rPr>
              <a:t>ML Workflow with RIC: Near-RT RIC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kumimoji="1" lang="en-US" altLang="zh-TW" sz="1800" dirty="0">
                <a:solidFill>
                  <a:srgbClr val="0066FF"/>
                </a:solidFill>
              </a:rPr>
              <a:t>AI/ML Models in O-RAN Use Cases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kumimoji="1" lang="en-US" altLang="zh-TW" sz="2000" dirty="0"/>
              <a:t>O-RAN implementation guide on ubuntu 20.04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kumimoji="1" lang="en-US" altLang="zh-TW" sz="1800" dirty="0">
                <a:solidFill>
                  <a:srgbClr val="0066FF"/>
                </a:solidFill>
              </a:rPr>
              <a:t>Install k8s, helm, and docker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kumimoji="1" lang="en-US" altLang="zh-TW" sz="1800" dirty="0">
                <a:solidFill>
                  <a:srgbClr val="0066FF"/>
                </a:solidFill>
              </a:rPr>
              <a:t>Install Near-RT RIC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kumimoji="1" lang="en-US" altLang="zh-TW" sz="1800" dirty="0">
                <a:solidFill>
                  <a:srgbClr val="0066FF"/>
                </a:solidFill>
              </a:rPr>
              <a:t>Install Non-RT RIC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kumimoji="1" lang="en-US" altLang="zh-TW" sz="1800" dirty="0">
                <a:solidFill>
                  <a:srgbClr val="0066FF"/>
                </a:solidFill>
              </a:rPr>
              <a:t>Anomaly Detection Use Case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kumimoji="1" lang="en-US" altLang="zh-TW" sz="2000" dirty="0"/>
              <a:t>Reference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1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19914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Outline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052736"/>
            <a:ext cx="10776600" cy="5544616"/>
          </a:xfrm>
        </p:spPr>
        <p:txBody>
          <a:bodyPr/>
          <a:lstStyle/>
          <a:p>
            <a:r>
              <a:rPr kumimoji="1" lang="en-US" altLang="zh-TW" sz="2000" dirty="0"/>
              <a:t>Introduction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kumimoji="1" lang="en-US" altLang="zh-TW" sz="1800" dirty="0">
                <a:solidFill>
                  <a:srgbClr val="0066FF"/>
                </a:solidFill>
              </a:rPr>
              <a:t>Background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kumimoji="1" lang="en-US" altLang="zh-TW" sz="1800" dirty="0">
                <a:solidFill>
                  <a:srgbClr val="0066FF"/>
                </a:solidFill>
              </a:rPr>
              <a:t>O-RAN architecture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dirty="0">
                <a:solidFill>
                  <a:srgbClr val="0066FF"/>
                </a:solidFill>
              </a:rPr>
              <a:t>A1</a:t>
            </a:r>
            <a:r>
              <a:rPr lang="zh-TW" altLang="en-US" sz="1800" dirty="0">
                <a:solidFill>
                  <a:srgbClr val="0066FF"/>
                </a:solidFill>
              </a:rPr>
              <a:t> </a:t>
            </a:r>
            <a:r>
              <a:rPr lang="en-US" altLang="zh-TW" sz="1800" dirty="0">
                <a:solidFill>
                  <a:srgbClr val="0066FF"/>
                </a:solidFill>
              </a:rPr>
              <a:t>interface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dirty="0">
                <a:solidFill>
                  <a:srgbClr val="0066FF"/>
                </a:solidFill>
              </a:rPr>
              <a:t>E2</a:t>
            </a:r>
            <a:r>
              <a:rPr lang="zh-TW" altLang="en-US" sz="1800" dirty="0">
                <a:solidFill>
                  <a:srgbClr val="0066FF"/>
                </a:solidFill>
              </a:rPr>
              <a:t> </a:t>
            </a:r>
            <a:r>
              <a:rPr lang="en-US" altLang="zh-TW" sz="1800" dirty="0">
                <a:solidFill>
                  <a:srgbClr val="0066FF"/>
                </a:solidFill>
              </a:rPr>
              <a:t>interface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dirty="0">
                <a:solidFill>
                  <a:srgbClr val="0066FF"/>
                </a:solidFill>
              </a:rPr>
              <a:t>ML Workflow with RIC: Non-RT RIC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dirty="0">
                <a:solidFill>
                  <a:srgbClr val="0066FF"/>
                </a:solidFill>
              </a:rPr>
              <a:t>ML Workflow with RIC: Near-RT RIC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kumimoji="1" lang="en-US" altLang="zh-TW" sz="1800" dirty="0">
                <a:solidFill>
                  <a:srgbClr val="0066FF"/>
                </a:solidFill>
              </a:rPr>
              <a:t>AI/ML Models in O-RAN Use Cases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kumimoji="1" lang="en-US" altLang="zh-TW" sz="2000" dirty="0">
                <a:solidFill>
                  <a:schemeClr val="bg1">
                    <a:lumMod val="85000"/>
                  </a:schemeClr>
                </a:solidFill>
              </a:rPr>
              <a:t>O-RAN implementation guide on ubuntu 20.04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kumimoji="1" lang="en-US" altLang="zh-TW" sz="1800" dirty="0">
                <a:solidFill>
                  <a:schemeClr val="bg1">
                    <a:lumMod val="85000"/>
                  </a:schemeClr>
                </a:solidFill>
              </a:rPr>
              <a:t>Install k8s, helm, and docker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kumimoji="1" lang="en-US" altLang="zh-TW" sz="1800" dirty="0">
                <a:solidFill>
                  <a:schemeClr val="bg1">
                    <a:lumMod val="85000"/>
                  </a:schemeClr>
                </a:solidFill>
              </a:rPr>
              <a:t>Install Near-RT RIC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kumimoji="1" lang="en-US" altLang="zh-TW" sz="1800" dirty="0">
                <a:solidFill>
                  <a:schemeClr val="bg1">
                    <a:lumMod val="85000"/>
                  </a:schemeClr>
                </a:solidFill>
              </a:rPr>
              <a:t>Install Non-RT RIC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kumimoji="1" lang="en-US" altLang="zh-TW" sz="1800" dirty="0">
                <a:solidFill>
                  <a:schemeClr val="bg1">
                    <a:lumMod val="85000"/>
                  </a:schemeClr>
                </a:solidFill>
              </a:rPr>
              <a:t>Anomaly Detection Use Case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kumimoji="1" lang="en-US" altLang="zh-TW" sz="2000" dirty="0">
                <a:solidFill>
                  <a:schemeClr val="bg1">
                    <a:lumMod val="85000"/>
                  </a:schemeClr>
                </a:solidFill>
              </a:rPr>
              <a:t>Reference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2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89931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Introduction (1/14)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052736"/>
            <a:ext cx="10776600" cy="5544616"/>
          </a:xfrm>
        </p:spPr>
        <p:txBody>
          <a:bodyPr/>
          <a:lstStyle/>
          <a:p>
            <a:pPr marL="342900" indent="-342900" algn="ctr">
              <a:buFont typeface="+mj-lt"/>
              <a:buAutoNum type="alphaUcPeriod"/>
            </a:pPr>
            <a:r>
              <a:rPr kumimoji="1" lang="en-US" altLang="zh-TW" sz="1800" i="1" dirty="0"/>
              <a:t>Background</a:t>
            </a:r>
          </a:p>
          <a:p>
            <a:r>
              <a:rPr kumimoji="1" lang="en-US" alt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Today, radio access network (RAN) components are monolithic units, </a:t>
            </a:r>
            <a:r>
              <a:rPr kumimoji="1" lang="en-US" altLang="zh-TW" sz="1800" i="1" dirty="0">
                <a:latin typeface="Calibri" panose="020F0502020204030204" pitchFamily="34" charset="0"/>
                <a:cs typeface="Calibri" panose="020F0502020204030204" pitchFamily="34" charset="0"/>
              </a:rPr>
              <a:t>all-in-one solutions</a:t>
            </a:r>
            <a:r>
              <a:rPr kumimoji="1" lang="en-US" alt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 that implement each and every layer of the cellular protocol stack.</a:t>
            </a:r>
          </a:p>
          <a:p>
            <a:r>
              <a:rPr kumimoji="1" lang="en-US" alt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They are provided by a limited number of vendors and seen by the operators as black-boxes.</a:t>
            </a:r>
          </a:p>
          <a:p>
            <a:r>
              <a:rPr kumimoji="1" lang="en-US" alt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Reliance on black-box solutions has resulted in:</a:t>
            </a:r>
          </a:p>
          <a:p>
            <a:pPr lvl="1">
              <a:buSzPct val="100000"/>
              <a:buFont typeface="Times New Roman" panose="02020603050405020304" pitchFamily="18" charset="0"/>
              <a:buChar char="▪"/>
            </a:pPr>
            <a:r>
              <a:rPr kumimoji="1" lang="en-US" altLang="zh-TW" sz="1600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Limited reconfigurability of the RAN, with equipment whose operations cannot be fine-tuned to support diverse deployments and different traffic profiles.</a:t>
            </a:r>
          </a:p>
          <a:p>
            <a:pPr lvl="1">
              <a:buSzPct val="100000"/>
              <a:buFont typeface="Times New Roman" panose="02020603050405020304" pitchFamily="18" charset="0"/>
              <a:buChar char="▪"/>
            </a:pPr>
            <a:r>
              <a:rPr kumimoji="1" lang="en-US" altLang="zh-TW" sz="1600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Limited coordination among network nodes, preventing joint optimization and control of RAN components.</a:t>
            </a:r>
          </a:p>
          <a:p>
            <a:pPr lvl="1">
              <a:buSzPct val="100000"/>
              <a:buFont typeface="Times New Roman" panose="02020603050405020304" pitchFamily="18" charset="0"/>
              <a:buChar char="▪"/>
            </a:pPr>
            <a:r>
              <a:rPr kumimoji="1" lang="en-US" altLang="zh-TW" sz="1600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Vendor lock-in, with limited options for operators to deploy and interface RAN equipment from multiple vendors.</a:t>
            </a:r>
            <a:endParaRPr kumimoji="1" lang="en-US" altLang="zh-TW" sz="2000" dirty="0">
              <a:solidFill>
                <a:srgbClr val="0066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ct val="100000"/>
            </a:pPr>
            <a:r>
              <a:rPr kumimoji="1" lang="en-US" alt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To overcome these limitations, in the last decade several research and standardization efforts have promoted the </a:t>
            </a:r>
            <a:r>
              <a:rPr kumimoji="1" lang="en-US" altLang="zh-TW" sz="1800" b="1" dirty="0">
                <a:latin typeface="Calibri" panose="020F0502020204030204" pitchFamily="34" charset="0"/>
                <a:cs typeface="Calibri" panose="020F0502020204030204" pitchFamily="34" charset="0"/>
              </a:rPr>
              <a:t>Open RAN</a:t>
            </a:r>
            <a:r>
              <a:rPr kumimoji="1" lang="en-US" alt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 (O-RAN) as the new paradigm for the RAN of the future.</a:t>
            </a:r>
          </a:p>
          <a:p>
            <a:pPr>
              <a:buSzPct val="100000"/>
              <a:buFont typeface="Times New Roman" panose="02020603050405020304" pitchFamily="18" charset="0"/>
              <a:buChar char="•"/>
            </a:pPr>
            <a:r>
              <a:rPr kumimoji="1" lang="en-US" alt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O-RAN deployments are based on </a:t>
            </a:r>
            <a:r>
              <a:rPr kumimoji="1" lang="en-US" altLang="zh-TW" sz="1800" b="1" dirty="0">
                <a:latin typeface="Calibri" panose="020F0502020204030204" pitchFamily="34" charset="0"/>
                <a:cs typeface="Calibri" panose="020F0502020204030204" pitchFamily="34" charset="0"/>
              </a:rPr>
              <a:t>disaggregated</a:t>
            </a:r>
            <a:r>
              <a:rPr kumimoji="1" lang="en-US" alt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1" lang="en-US" altLang="zh-TW" sz="1800" b="1" dirty="0">
                <a:latin typeface="Calibri" panose="020F0502020204030204" pitchFamily="34" charset="0"/>
                <a:cs typeface="Calibri" panose="020F0502020204030204" pitchFamily="34" charset="0"/>
              </a:rPr>
              <a:t>virtualized</a:t>
            </a:r>
            <a:r>
              <a:rPr kumimoji="1" lang="en-US" alt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1" lang="en-US" altLang="zh-TW" sz="1800" b="1" dirty="0">
                <a:latin typeface="Calibri" panose="020F0502020204030204" pitchFamily="34" charset="0"/>
                <a:cs typeface="Calibri" panose="020F0502020204030204" pitchFamily="34" charset="0"/>
              </a:rPr>
              <a:t>software-based</a:t>
            </a:r>
            <a:r>
              <a:rPr kumimoji="1" lang="en-US" alt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 components, connected through open and well-defined interfaces, and interoperable across different vendors.</a:t>
            </a:r>
          </a:p>
          <a:p>
            <a:pPr lvl="1">
              <a:buSzPct val="100000"/>
              <a:buFont typeface="Times New Roman" panose="02020603050405020304" pitchFamily="18" charset="0"/>
              <a:buChar char="▪"/>
            </a:pPr>
            <a:r>
              <a:rPr kumimoji="1" lang="en-US" altLang="zh-TW" sz="1600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Disaggregation and virtualization enable flexible deployments.</a:t>
            </a:r>
          </a:p>
          <a:p>
            <a:pPr lvl="1">
              <a:buSzPct val="100000"/>
              <a:buFont typeface="Times New Roman" panose="02020603050405020304" pitchFamily="18" charset="0"/>
              <a:buChar char="▪"/>
            </a:pPr>
            <a:r>
              <a:rPr kumimoji="1" lang="en-US" altLang="zh-TW" sz="1600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Open and interoperable interfaces also allow operators to onboard different equipment vendors.</a:t>
            </a:r>
          </a:p>
          <a:p>
            <a:pPr lvl="1">
              <a:buSzPct val="100000"/>
              <a:buFont typeface="Times New Roman" panose="02020603050405020304" pitchFamily="18" charset="0"/>
              <a:buChar char="▪"/>
            </a:pPr>
            <a:r>
              <a:rPr kumimoji="1" lang="en-US" altLang="zh-TW" sz="1600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Open interfaces and software-defined protocol stacks enable the integration of intelligent, data-driven closed-loop control for the RAN.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3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573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Introduction (2/14)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908720"/>
            <a:ext cx="10776600" cy="5544616"/>
          </a:xfrm>
        </p:spPr>
        <p:txBody>
          <a:bodyPr/>
          <a:lstStyle/>
          <a:p>
            <a:pPr marL="342900" indent="-342900" algn="ctr">
              <a:buFont typeface="+mj-lt"/>
              <a:buAutoNum type="alphaUcPeriod"/>
            </a:pPr>
            <a:r>
              <a:rPr kumimoji="1" lang="en-US" altLang="zh-TW" sz="1800" i="1" dirty="0"/>
              <a:t>Background</a:t>
            </a:r>
          </a:p>
          <a:p>
            <a:pPr marL="0" indent="0">
              <a:buNone/>
            </a:pPr>
            <a:r>
              <a:rPr lang="en-US" altLang="zh-TW" sz="2000" b="1" i="1" u="sng" dirty="0">
                <a:solidFill>
                  <a:srgbClr val="0066FF"/>
                </a:solidFill>
              </a:rPr>
              <a:t>O-RAN ALLIANCE</a:t>
            </a:r>
            <a:endParaRPr kumimoji="1" lang="en-US" altLang="zh-TW" sz="2000" b="1" i="1" u="sng" dirty="0">
              <a:solidFill>
                <a:srgbClr val="0066FF"/>
              </a:solidFill>
            </a:endParaRPr>
          </a:p>
          <a:p>
            <a:pPr>
              <a:buFont typeface="Calibri" panose="020F0502020204030204" pitchFamily="34" charset="0"/>
              <a:buChar char="−"/>
            </a:pPr>
            <a:r>
              <a:rPr lang="en-US" altLang="zh-TW" sz="1800" b="1" i="1" u="sng" dirty="0"/>
              <a:t>Who we are</a:t>
            </a:r>
          </a:p>
          <a:p>
            <a:pPr lvl="1"/>
            <a:r>
              <a:rPr lang="en-US" altLang="zh-TW" sz="1600" dirty="0">
                <a:solidFill>
                  <a:srgbClr val="0066FF"/>
                </a:solidFill>
              </a:rPr>
              <a:t>O-RAN ALLIANCE is a world-wide community of mobile operators, vendors, and research &amp; academic institutions with the mission to re-shape Radio Access Networks to be more </a:t>
            </a:r>
            <a:r>
              <a:rPr lang="en-US" altLang="zh-TW" sz="1600" b="1" dirty="0">
                <a:solidFill>
                  <a:srgbClr val="0066FF"/>
                </a:solidFill>
              </a:rPr>
              <a:t>intelligent</a:t>
            </a:r>
            <a:r>
              <a:rPr lang="en-US" altLang="zh-TW" sz="1600" dirty="0">
                <a:solidFill>
                  <a:srgbClr val="0066FF"/>
                </a:solidFill>
              </a:rPr>
              <a:t>, </a:t>
            </a:r>
            <a:r>
              <a:rPr lang="en-US" altLang="zh-TW" sz="1600" b="1" dirty="0">
                <a:solidFill>
                  <a:srgbClr val="0066FF"/>
                </a:solidFill>
              </a:rPr>
              <a:t>open</a:t>
            </a:r>
            <a:r>
              <a:rPr lang="en-US" altLang="zh-TW" sz="1600" dirty="0">
                <a:solidFill>
                  <a:srgbClr val="0066FF"/>
                </a:solidFill>
              </a:rPr>
              <a:t>, </a:t>
            </a:r>
            <a:r>
              <a:rPr lang="en-US" altLang="zh-TW" sz="1600" b="1" dirty="0">
                <a:solidFill>
                  <a:srgbClr val="0066FF"/>
                </a:solidFill>
              </a:rPr>
              <a:t>virtualized</a:t>
            </a:r>
            <a:r>
              <a:rPr lang="en-US" altLang="zh-TW" sz="1600" dirty="0">
                <a:solidFill>
                  <a:srgbClr val="0066FF"/>
                </a:solidFill>
              </a:rPr>
              <a:t> and </a:t>
            </a:r>
            <a:r>
              <a:rPr lang="en-US" altLang="zh-TW" sz="1600" b="1" dirty="0">
                <a:solidFill>
                  <a:srgbClr val="0066FF"/>
                </a:solidFill>
              </a:rPr>
              <a:t>fully interoperable</a:t>
            </a:r>
            <a:r>
              <a:rPr lang="en-US" altLang="zh-TW" sz="1600" dirty="0">
                <a:solidFill>
                  <a:srgbClr val="0066FF"/>
                </a:solidFill>
              </a:rPr>
              <a:t>.</a:t>
            </a:r>
          </a:p>
          <a:p>
            <a:pPr lvl="1"/>
            <a:r>
              <a:rPr lang="en-US" altLang="zh-TW" sz="1600" dirty="0">
                <a:solidFill>
                  <a:srgbClr val="0066FF"/>
                </a:solidFill>
              </a:rPr>
              <a:t>Membership: AT&amp;T, NTT DOCOMO, SK telecom, </a:t>
            </a:r>
            <a:r>
              <a:rPr lang="zh-TW" altLang="en-US" sz="1600" dirty="0">
                <a:solidFill>
                  <a:srgbClr val="0066FF"/>
                </a:solidFill>
              </a:rPr>
              <a:t>中華電信</a:t>
            </a:r>
            <a:r>
              <a:rPr lang="en-US" altLang="zh-TW" sz="1600" dirty="0">
                <a:solidFill>
                  <a:srgbClr val="0066FF"/>
                </a:solidFill>
              </a:rPr>
              <a:t>, ….</a:t>
            </a:r>
          </a:p>
          <a:p>
            <a:pPr>
              <a:buFont typeface="Calibri" panose="020F0502020204030204" pitchFamily="34" charset="0"/>
              <a:buChar char="−"/>
            </a:pPr>
            <a:r>
              <a:rPr lang="en-US" altLang="zh-TW" sz="1800" b="1" i="1" u="sng" dirty="0"/>
              <a:t>What We Do</a:t>
            </a:r>
          </a:p>
          <a:p>
            <a:pPr lvl="1"/>
            <a:r>
              <a:rPr lang="en-US" altLang="zh-TW" sz="1600" dirty="0">
                <a:solidFill>
                  <a:srgbClr val="0066FF"/>
                </a:solidFill>
              </a:rPr>
              <a:t>Specification Effort</a:t>
            </a:r>
          </a:p>
          <a:p>
            <a:pPr lvl="2">
              <a:buFont typeface="Calibri" panose="020F0502020204030204" pitchFamily="34" charset="0"/>
              <a:buChar char="▪"/>
            </a:pPr>
            <a:r>
              <a:rPr lang="en-US" altLang="zh-TW" sz="1400" dirty="0"/>
              <a:t>O-RAN specifications define individual parts of the O-RAN Architecture.</a:t>
            </a:r>
          </a:p>
          <a:p>
            <a:pPr lvl="1"/>
            <a:r>
              <a:rPr lang="en-US" altLang="zh-TW" sz="1600" dirty="0">
                <a:solidFill>
                  <a:srgbClr val="0066FF"/>
                </a:solidFill>
              </a:rPr>
              <a:t>Open Software for the RAN</a:t>
            </a:r>
          </a:p>
          <a:p>
            <a:pPr lvl="2">
              <a:buFont typeface="Calibri" panose="020F0502020204030204" pitchFamily="34" charset="0"/>
              <a:buChar char="▪"/>
            </a:pPr>
            <a:r>
              <a:rPr lang="en-US" altLang="zh-TW" sz="1400" dirty="0"/>
              <a:t>The O-RAN Software Community aims to create open software for Radio Access Network (RAN), aligning it with O-RAN Architecture and specs.</a:t>
            </a:r>
          </a:p>
          <a:p>
            <a:pPr lvl="2">
              <a:buFont typeface="Calibri" panose="020F0502020204030204" pitchFamily="34" charset="0"/>
              <a:buChar char="▪"/>
            </a:pPr>
            <a:r>
              <a:rPr lang="en-US" altLang="zh-TW" sz="1400" dirty="0"/>
              <a:t>The goal is to unify and speed up RAN evolution and deployment.</a:t>
            </a:r>
          </a:p>
          <a:p>
            <a:pPr lvl="1"/>
            <a:r>
              <a:rPr lang="en-US" altLang="zh-TW" sz="1600" dirty="0">
                <a:solidFill>
                  <a:srgbClr val="0066FF"/>
                </a:solidFill>
              </a:rPr>
              <a:t>Testing &amp; Integration of O-RAN Implementations</a:t>
            </a:r>
          </a:p>
          <a:p>
            <a:pPr lvl="2">
              <a:buFont typeface="Calibri" panose="020F0502020204030204" pitchFamily="34" charset="0"/>
              <a:buChar char="▪"/>
            </a:pPr>
            <a:r>
              <a:rPr lang="en-US" altLang="zh-TW" sz="1400" dirty="0"/>
              <a:t>O-RAN ALLIANCE aids members in testing and integrating their O-RAN implementations.</a:t>
            </a:r>
          </a:p>
          <a:p>
            <a:pPr lvl="2">
              <a:buFont typeface="Calibri" panose="020F0502020204030204" pitchFamily="34" charset="0"/>
              <a:buChar char="▪"/>
            </a:pPr>
            <a:r>
              <a:rPr lang="en-US" altLang="zh-TW" sz="1400" dirty="0"/>
              <a:t>Open Testing and Integration Centres (OTIC) provide a collaborative, open, and impartial testing environment.</a:t>
            </a:r>
          </a:p>
          <a:p>
            <a:pPr lvl="1"/>
            <a:r>
              <a:rPr lang="en-US" altLang="zh-TW" sz="1600" dirty="0">
                <a:solidFill>
                  <a:srgbClr val="0066FF"/>
                </a:solidFill>
              </a:rPr>
              <a:t>O-RAN Demonstrations</a:t>
            </a:r>
          </a:p>
          <a:p>
            <a:pPr lvl="2">
              <a:buFont typeface="Calibri" panose="020F0502020204030204" pitchFamily="34" charset="0"/>
              <a:buChar char="▪"/>
            </a:pPr>
            <a:r>
              <a:rPr lang="en-US" altLang="zh-TW" sz="1400" dirty="0"/>
              <a:t>O-RAN Virtual Exhibition allows companies to demonstrate their O-RAN based implementations.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4</a:t>
            </a:fld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4CB1A2E-96E8-4290-81E9-905D4E651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276" y="5614778"/>
            <a:ext cx="1872208" cy="66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21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Introduction (3/14)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908720"/>
            <a:ext cx="10776600" cy="5544616"/>
          </a:xfrm>
        </p:spPr>
        <p:txBody>
          <a:bodyPr/>
          <a:lstStyle/>
          <a:p>
            <a:pPr marL="342900" indent="-342900" algn="ctr">
              <a:buFont typeface="+mj-lt"/>
              <a:buAutoNum type="alphaUcPeriod" startAt="2"/>
            </a:pPr>
            <a:r>
              <a:rPr kumimoji="1" lang="en-US" altLang="zh-TW" sz="1800" i="1" dirty="0"/>
              <a:t>O-RAN architecture</a:t>
            </a:r>
            <a:endParaRPr lang="en-US" altLang="zh-TW" sz="1800" i="1" dirty="0"/>
          </a:p>
          <a:p>
            <a:r>
              <a:rPr lang="en-US" alt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The gNB</a:t>
            </a:r>
            <a:r>
              <a:rPr lang="zh-TW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is split into a Central Unit (CU),</a:t>
            </a:r>
            <a:r>
              <a:rPr lang="zh-TW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a Distributed Unit</a:t>
            </a:r>
            <a:r>
              <a:rPr lang="zh-TW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(DU),</a:t>
            </a:r>
            <a:r>
              <a:rPr lang="zh-TW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and a Radio Unit (RU) (called O-CU,</a:t>
            </a:r>
            <a:r>
              <a:rPr lang="zh-TW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O-DU, and</a:t>
            </a:r>
            <a:r>
              <a:rPr lang="zh-TW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O-RU</a:t>
            </a:r>
            <a:r>
              <a:rPr lang="zh-TW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in O-RAN specifications).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600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zh-TW" altLang="en-US" sz="1600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600" b="1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O-RU</a:t>
            </a:r>
            <a:r>
              <a:rPr lang="en-US" altLang="zh-TW" sz="1600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performs time-domain functionalities, with precoding,</a:t>
            </a:r>
            <a:r>
              <a:rPr lang="zh-TW" altLang="en-US" sz="1600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600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Fast Fourier Transform (FFT), cyclic prefix addition/removal,</a:t>
            </a:r>
            <a:r>
              <a:rPr lang="zh-TW" altLang="en-US" sz="1600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600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Radio Frequency (RF) operations.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600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TW" sz="1600" b="1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O-DU</a:t>
            </a:r>
            <a:r>
              <a:rPr lang="en-US" altLang="zh-TW" sz="1600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then takes care of the remaining functionalities of the physical</a:t>
            </a:r>
            <a:r>
              <a:rPr lang="zh-TW" altLang="en-US" sz="1600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600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(PHY) layer, and of the Medium Access Control (MAC) and Radio Link Control (RLC) layers.</a:t>
            </a:r>
          </a:p>
          <a:p>
            <a:pPr lvl="2">
              <a:buFont typeface="Times New Roman" panose="02020603050405020304" pitchFamily="18" charset="0"/>
              <a:buChar char="•"/>
            </a:pPr>
            <a:r>
              <a:rPr lang="en-US" altLang="zh-TW" sz="1400" dirty="0">
                <a:latin typeface="Calibri" panose="020F0502020204030204" pitchFamily="34" charset="0"/>
                <a:cs typeface="Calibri" panose="020F0502020204030204" pitchFamily="34" charset="0"/>
              </a:rPr>
              <a:t>scrambling, modulation, layer mapping, part of precoding, and mapping into physical resource blocks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600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TW" sz="1600" b="1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O-CU</a:t>
            </a:r>
            <a:r>
              <a:rPr lang="en-US" altLang="zh-TW" sz="1600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units (CP and UP) implement the higher layers of the 3GPP stack.</a:t>
            </a:r>
          </a:p>
          <a:p>
            <a:pPr lvl="2">
              <a:buFont typeface="Times New Roman" panose="02020603050405020304" pitchFamily="18" charset="0"/>
              <a:buChar char="•"/>
            </a:pPr>
            <a:r>
              <a:rPr lang="en-US" altLang="zh-TW" sz="1400" dirty="0">
                <a:latin typeface="Calibri" panose="020F0502020204030204" pitchFamily="34" charset="0"/>
                <a:cs typeface="Calibri" panose="020F0502020204030204" pitchFamily="34" charset="0"/>
              </a:rPr>
              <a:t>Radio Resource Control (RRC) layer: manages the life cycle of the connection</a:t>
            </a:r>
          </a:p>
          <a:p>
            <a:pPr lvl="2">
              <a:buFont typeface="Times New Roman" panose="02020603050405020304" pitchFamily="18" charset="0"/>
              <a:buChar char="•"/>
            </a:pPr>
            <a:r>
              <a:rPr lang="en-US" altLang="zh-TW" sz="1400" dirty="0">
                <a:latin typeface="Calibri" panose="020F0502020204030204" pitchFamily="34" charset="0"/>
                <a:cs typeface="Calibri" panose="020F0502020204030204" pitchFamily="34" charset="0"/>
              </a:rPr>
              <a:t>Service Data Adaptation Protocol (SDAP) layer: manages the Quality of Service (QoS) of the traffic flows</a:t>
            </a:r>
          </a:p>
          <a:p>
            <a:pPr lvl="2">
              <a:buFont typeface="Times New Roman" panose="02020603050405020304" pitchFamily="18" charset="0"/>
              <a:buChar char="•"/>
            </a:pPr>
            <a:r>
              <a:rPr lang="en-US" altLang="zh-TW" sz="1400" dirty="0">
                <a:latin typeface="Calibri" panose="020F0502020204030204" pitchFamily="34" charset="0"/>
                <a:cs typeface="Calibri" panose="020F0502020204030204" pitchFamily="34" charset="0"/>
              </a:rPr>
              <a:t>Packet Data Convergence Protocol (PDCP) layer: takes care of reordering, packet duplication, and encryption for the air interface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5</a:t>
            </a:fld>
            <a:endParaRPr kumimoji="1" lang="zh-TW" altLang="en-US" dirty="0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FDF5133C-8BDF-4E84-8653-7825E24E8FC9}"/>
              </a:ext>
            </a:extLst>
          </p:cNvPr>
          <p:cNvGrpSpPr/>
          <p:nvPr/>
        </p:nvGrpSpPr>
        <p:grpSpPr>
          <a:xfrm>
            <a:off x="3069226" y="4509120"/>
            <a:ext cx="6048672" cy="1590992"/>
            <a:chOff x="2711624" y="4430296"/>
            <a:chExt cx="6048672" cy="1590992"/>
          </a:xfrm>
        </p:grpSpPr>
        <p:sp>
          <p:nvSpPr>
            <p:cNvPr id="41" name="矩形: 圓角 40">
              <a:extLst>
                <a:ext uri="{FF2B5EF4-FFF2-40B4-BE49-F238E27FC236}">
                  <a16:creationId xmlns:a16="http://schemas.microsoft.com/office/drawing/2014/main" id="{16C8D044-907D-4C72-A013-07906ACECF4B}"/>
                </a:ext>
              </a:extLst>
            </p:cNvPr>
            <p:cNvSpPr/>
            <p:nvPr/>
          </p:nvSpPr>
          <p:spPr>
            <a:xfrm>
              <a:off x="2711624" y="4430296"/>
              <a:ext cx="1008112" cy="47459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solidFill>
                    <a:schemeClr val="tx1"/>
                  </a:solidFill>
                </a:rPr>
                <a:t>RRC</a:t>
              </a:r>
              <a:endParaRPr lang="zh-TW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矩形: 圓角 41">
              <a:extLst>
                <a:ext uri="{FF2B5EF4-FFF2-40B4-BE49-F238E27FC236}">
                  <a16:creationId xmlns:a16="http://schemas.microsoft.com/office/drawing/2014/main" id="{C7BB38DF-4E86-413D-BDD8-94E200E90EDC}"/>
                </a:ext>
              </a:extLst>
            </p:cNvPr>
            <p:cNvSpPr/>
            <p:nvPr/>
          </p:nvSpPr>
          <p:spPr>
            <a:xfrm>
              <a:off x="3719736" y="4430296"/>
              <a:ext cx="1008112" cy="47459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solidFill>
                    <a:schemeClr val="tx1"/>
                  </a:solidFill>
                </a:rPr>
                <a:t>PDCP</a:t>
              </a:r>
              <a:endParaRPr lang="zh-TW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43" name="矩形: 圓角 42">
              <a:extLst>
                <a:ext uri="{FF2B5EF4-FFF2-40B4-BE49-F238E27FC236}">
                  <a16:creationId xmlns:a16="http://schemas.microsoft.com/office/drawing/2014/main" id="{0718575B-1C3C-4EC0-A98C-29F31B33DDF4}"/>
                </a:ext>
              </a:extLst>
            </p:cNvPr>
            <p:cNvSpPr/>
            <p:nvPr/>
          </p:nvSpPr>
          <p:spPr>
            <a:xfrm>
              <a:off x="4727848" y="4433704"/>
              <a:ext cx="1008112" cy="47459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solidFill>
                    <a:schemeClr val="tx1"/>
                  </a:solidFill>
                </a:rPr>
                <a:t>RLC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矩形: 圓角 43">
              <a:extLst>
                <a:ext uri="{FF2B5EF4-FFF2-40B4-BE49-F238E27FC236}">
                  <a16:creationId xmlns:a16="http://schemas.microsoft.com/office/drawing/2014/main" id="{DAE9E399-05A2-4308-AFC2-7521076C0BDB}"/>
                </a:ext>
              </a:extLst>
            </p:cNvPr>
            <p:cNvSpPr/>
            <p:nvPr/>
          </p:nvSpPr>
          <p:spPr>
            <a:xfrm>
              <a:off x="5735960" y="4437112"/>
              <a:ext cx="1008112" cy="47459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solidFill>
                    <a:schemeClr val="tx1"/>
                  </a:solidFill>
                </a:rPr>
                <a:t>MAC</a:t>
              </a:r>
              <a:endParaRPr lang="zh-TW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45" name="矩形: 圓角 44">
              <a:extLst>
                <a:ext uri="{FF2B5EF4-FFF2-40B4-BE49-F238E27FC236}">
                  <a16:creationId xmlns:a16="http://schemas.microsoft.com/office/drawing/2014/main" id="{E965FB90-7CF6-4DB1-A818-DC3E0F57D2C9}"/>
                </a:ext>
              </a:extLst>
            </p:cNvPr>
            <p:cNvSpPr/>
            <p:nvPr/>
          </p:nvSpPr>
          <p:spPr>
            <a:xfrm>
              <a:off x="6744072" y="4437112"/>
              <a:ext cx="1008112" cy="47459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7" name="矩形: 圓角 46">
              <a:extLst>
                <a:ext uri="{FF2B5EF4-FFF2-40B4-BE49-F238E27FC236}">
                  <a16:creationId xmlns:a16="http://schemas.microsoft.com/office/drawing/2014/main" id="{F89EE07B-472A-4029-B46D-ACF24A1D0D89}"/>
                </a:ext>
              </a:extLst>
            </p:cNvPr>
            <p:cNvSpPr/>
            <p:nvPr/>
          </p:nvSpPr>
          <p:spPr>
            <a:xfrm>
              <a:off x="7752184" y="4430296"/>
              <a:ext cx="1008112" cy="47459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solidFill>
                    <a:schemeClr val="tx1"/>
                  </a:solidFill>
                </a:rPr>
                <a:t>RF</a:t>
              </a:r>
              <a:endParaRPr lang="zh-TW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9C467597-FBFB-403C-BF72-067C3E3A5116}"/>
                </a:ext>
              </a:extLst>
            </p:cNvPr>
            <p:cNvCxnSpPr>
              <a:cxnSpLocks/>
            </p:cNvCxnSpPr>
            <p:nvPr/>
          </p:nvCxnSpPr>
          <p:spPr>
            <a:xfrm>
              <a:off x="2711624" y="5445224"/>
              <a:ext cx="6048672" cy="0"/>
            </a:xfrm>
            <a:prstGeom prst="line">
              <a:avLst/>
            </a:prstGeom>
            <a:ln w="19050">
              <a:solidFill>
                <a:srgbClr val="0066FF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接點 52">
              <a:extLst>
                <a:ext uri="{FF2B5EF4-FFF2-40B4-BE49-F238E27FC236}">
                  <a16:creationId xmlns:a16="http://schemas.microsoft.com/office/drawing/2014/main" id="{C9316D28-70C7-4BEC-AA22-8C06B2FDA12F}"/>
                </a:ext>
              </a:extLst>
            </p:cNvPr>
            <p:cNvCxnSpPr>
              <a:cxnSpLocks/>
            </p:cNvCxnSpPr>
            <p:nvPr/>
          </p:nvCxnSpPr>
          <p:spPr>
            <a:xfrm>
              <a:off x="2711624" y="6021288"/>
              <a:ext cx="2016224" cy="0"/>
            </a:xfrm>
            <a:prstGeom prst="line">
              <a:avLst/>
            </a:prstGeom>
            <a:ln w="19050">
              <a:solidFill>
                <a:srgbClr val="00B05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接點 56">
              <a:extLst>
                <a:ext uri="{FF2B5EF4-FFF2-40B4-BE49-F238E27FC236}">
                  <a16:creationId xmlns:a16="http://schemas.microsoft.com/office/drawing/2014/main" id="{8C27E744-0ACD-4713-89AF-C4CF49D8954A}"/>
                </a:ext>
              </a:extLst>
            </p:cNvPr>
            <p:cNvCxnSpPr>
              <a:cxnSpLocks/>
            </p:cNvCxnSpPr>
            <p:nvPr/>
          </p:nvCxnSpPr>
          <p:spPr>
            <a:xfrm>
              <a:off x="4727848" y="6021288"/>
              <a:ext cx="2520280" cy="0"/>
            </a:xfrm>
            <a:prstGeom prst="line">
              <a:avLst/>
            </a:prstGeom>
            <a:ln w="19050">
              <a:solidFill>
                <a:srgbClr val="00B05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接點 59">
              <a:extLst>
                <a:ext uri="{FF2B5EF4-FFF2-40B4-BE49-F238E27FC236}">
                  <a16:creationId xmlns:a16="http://schemas.microsoft.com/office/drawing/2014/main" id="{F94CEB6D-2C1E-45F7-BEA5-F028A72C5F89}"/>
                </a:ext>
              </a:extLst>
            </p:cNvPr>
            <p:cNvCxnSpPr>
              <a:stCxn id="45" idx="0"/>
              <a:endCxn id="45" idx="2"/>
            </p:cNvCxnSpPr>
            <p:nvPr/>
          </p:nvCxnSpPr>
          <p:spPr>
            <a:xfrm>
              <a:off x="7248128" y="4437112"/>
              <a:ext cx="0" cy="47459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27134426-D90B-4CFD-9A4F-7D6029B6369B}"/>
                </a:ext>
              </a:extLst>
            </p:cNvPr>
            <p:cNvSpPr txBox="1"/>
            <p:nvPr/>
          </p:nvSpPr>
          <p:spPr>
            <a:xfrm>
              <a:off x="6705538" y="4493307"/>
              <a:ext cx="641955" cy="387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TW" sz="1200" b="1" dirty="0">
                  <a:ea typeface="Microsoft JhengHei UI" panose="020B0604030504040204" pitchFamily="34" charset="-120"/>
                </a:rPr>
                <a:t>PHY-high</a:t>
              </a:r>
              <a:endParaRPr lang="zh-TW" altLang="en-US" sz="1200" b="1" dirty="0">
                <a:latin typeface="+mj-lt"/>
                <a:ea typeface="Microsoft JhengHei UI" panose="020B0604030504040204" pitchFamily="34" charset="-120"/>
              </a:endParaRPr>
            </a:p>
          </p:txBody>
        </p: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7BA600C7-EFF6-436E-988B-7B490BD74C4C}"/>
                </a:ext>
              </a:extLst>
            </p:cNvPr>
            <p:cNvSpPr txBox="1"/>
            <p:nvPr/>
          </p:nvSpPr>
          <p:spPr>
            <a:xfrm>
              <a:off x="7188267" y="4493307"/>
              <a:ext cx="641955" cy="387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TW" sz="1200" b="1" dirty="0">
                  <a:ea typeface="Microsoft JhengHei UI" panose="020B0604030504040204" pitchFamily="34" charset="-120"/>
                </a:rPr>
                <a:t>PHY-low</a:t>
              </a:r>
              <a:endParaRPr lang="zh-TW" altLang="en-US" sz="1200" b="1" dirty="0">
                <a:latin typeface="+mj-lt"/>
                <a:ea typeface="Microsoft JhengHei UI" panose="020B0604030504040204" pitchFamily="34" charset="-120"/>
              </a:endParaRPr>
            </a:p>
          </p:txBody>
        </p:sp>
        <p:cxnSp>
          <p:nvCxnSpPr>
            <p:cNvPr id="65" name="直線接點 64">
              <a:extLst>
                <a:ext uri="{FF2B5EF4-FFF2-40B4-BE49-F238E27FC236}">
                  <a16:creationId xmlns:a16="http://schemas.microsoft.com/office/drawing/2014/main" id="{B28A40BF-91E1-4C34-A03E-3049158F129A}"/>
                </a:ext>
              </a:extLst>
            </p:cNvPr>
            <p:cNvCxnSpPr/>
            <p:nvPr/>
          </p:nvCxnSpPr>
          <p:spPr>
            <a:xfrm>
              <a:off x="7248128" y="6021288"/>
              <a:ext cx="1512168" cy="0"/>
            </a:xfrm>
            <a:prstGeom prst="line">
              <a:avLst/>
            </a:prstGeom>
            <a:ln w="19050">
              <a:solidFill>
                <a:srgbClr val="00B05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4254200C-C19E-4047-A723-7C6446F0DB3D}"/>
                </a:ext>
              </a:extLst>
            </p:cNvPr>
            <p:cNvSpPr txBox="1"/>
            <p:nvPr/>
          </p:nvSpPr>
          <p:spPr>
            <a:xfrm>
              <a:off x="5107123" y="5175921"/>
              <a:ext cx="1204177" cy="240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kumimoji="1" lang="en-US" altLang="zh-TW" sz="1200" b="1" dirty="0"/>
                <a:t>RAN black-box</a:t>
              </a:r>
              <a:endParaRPr lang="zh-TW" altLang="en-US" sz="1200" b="1" dirty="0">
                <a:ea typeface="Microsoft JhengHei UI" panose="020B0604030504040204" pitchFamily="34" charset="-120"/>
              </a:endParaRPr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A453AD11-41DB-4CB5-839E-84B3EF6FD2E3}"/>
                </a:ext>
              </a:extLst>
            </p:cNvPr>
            <p:cNvSpPr txBox="1"/>
            <p:nvPr/>
          </p:nvSpPr>
          <p:spPr>
            <a:xfrm>
              <a:off x="3430970" y="5768914"/>
              <a:ext cx="577402" cy="240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TW" sz="1200" b="1" dirty="0">
                  <a:latin typeface="+mj-lt"/>
                  <a:ea typeface="Microsoft JhengHei UI" panose="020B0604030504040204" pitchFamily="34" charset="-120"/>
                </a:rPr>
                <a:t>O-CU</a:t>
              </a:r>
              <a:endParaRPr lang="zh-TW" altLang="en-US" sz="1200" b="1" dirty="0">
                <a:latin typeface="+mj-lt"/>
                <a:ea typeface="Microsoft JhengHei UI" panose="020B0604030504040204" pitchFamily="34" charset="-120"/>
              </a:endParaRPr>
            </a:p>
          </p:txBody>
        </p:sp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D6D0BE28-29ED-4CF0-A214-41F4AD11C0F7}"/>
                </a:ext>
              </a:extLst>
            </p:cNvPr>
            <p:cNvSpPr txBox="1"/>
            <p:nvPr/>
          </p:nvSpPr>
          <p:spPr>
            <a:xfrm>
              <a:off x="5662614" y="5768914"/>
              <a:ext cx="577402" cy="240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TW" sz="1200" b="1" dirty="0">
                  <a:latin typeface="+mj-lt"/>
                  <a:ea typeface="Microsoft JhengHei UI" panose="020B0604030504040204" pitchFamily="34" charset="-120"/>
                </a:rPr>
                <a:t>O-DU</a:t>
              </a:r>
              <a:endParaRPr lang="zh-TW" altLang="en-US" sz="1200" b="1" dirty="0">
                <a:latin typeface="+mj-lt"/>
                <a:ea typeface="Microsoft JhengHei UI" panose="020B0604030504040204" pitchFamily="34" charset="-120"/>
              </a:endParaRPr>
            </a:p>
          </p:txBody>
        </p:sp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E73BBDD0-2634-4B6B-9243-AB73FC913F1F}"/>
                </a:ext>
              </a:extLst>
            </p:cNvPr>
            <p:cNvSpPr txBox="1"/>
            <p:nvPr/>
          </p:nvSpPr>
          <p:spPr>
            <a:xfrm>
              <a:off x="7743302" y="5768914"/>
              <a:ext cx="577402" cy="240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TW" sz="1200" b="1" dirty="0">
                  <a:latin typeface="+mj-lt"/>
                  <a:ea typeface="Microsoft JhengHei UI" panose="020B0604030504040204" pitchFamily="34" charset="-120"/>
                </a:rPr>
                <a:t>O-RU</a:t>
              </a:r>
              <a:endParaRPr lang="zh-TW" altLang="en-US" sz="1200" b="1" dirty="0">
                <a:latin typeface="+mj-lt"/>
                <a:ea typeface="Microsoft JhengHei UI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7700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  <a:r>
              <a:rPr kumimoji="1"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(4/14)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7368" y="836712"/>
            <a:ext cx="6624736" cy="5544616"/>
          </a:xfrm>
        </p:spPr>
        <p:txBody>
          <a:bodyPr/>
          <a:lstStyle/>
          <a:p>
            <a:pPr marL="342900" indent="-342900" algn="ctr">
              <a:buFont typeface="+mj-lt"/>
              <a:buAutoNum type="alphaUcPeriod" startAt="2"/>
            </a:pPr>
            <a:r>
              <a:rPr kumimoji="1" lang="en-US" altLang="zh-TW" sz="1800" i="1" dirty="0"/>
              <a:t>O-RAN architecture</a:t>
            </a:r>
            <a:endParaRPr lang="en-US" altLang="zh-TW" sz="1800" i="1" dirty="0"/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zh-TW" sz="1800" dirty="0"/>
              <a:t>The second innovation is represented by the RAN intelligent controllers (RICs), which introduce programmable components that can run closed-loop control and orchestrate the RAN.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600" b="1" dirty="0">
                <a:solidFill>
                  <a:srgbClr val="0066FF"/>
                </a:solidFill>
              </a:rPr>
              <a:t>Non-real-time RIC:</a:t>
            </a:r>
          </a:p>
          <a:p>
            <a:pPr lvl="2">
              <a:buFont typeface="Times New Roman" panose="02020603050405020304" pitchFamily="18" charset="0"/>
              <a:buChar char="•"/>
            </a:pPr>
            <a:r>
              <a:rPr lang="en-US" altLang="zh-TW" sz="1400" dirty="0"/>
              <a:t>Provides guidance, enrichment information, and management of machine learning (ML) models for the Near-RT RIC.</a:t>
            </a:r>
          </a:p>
          <a:p>
            <a:pPr lvl="2">
              <a:buFont typeface="Times New Roman" panose="02020603050405020304" pitchFamily="18" charset="0"/>
              <a:buChar char="•"/>
            </a:pPr>
            <a:r>
              <a:rPr lang="en-US" altLang="zh-TW" sz="1400" dirty="0"/>
              <a:t>The AI algorithms run as rApps on a time scale larger than 1 second.</a:t>
            </a:r>
          </a:p>
          <a:p>
            <a:pPr lvl="2">
              <a:buFont typeface="Times New Roman" panose="02020603050405020304" pitchFamily="18" charset="0"/>
              <a:buChar char="•"/>
            </a:pPr>
            <a:r>
              <a:rPr lang="en-US" altLang="zh-TW" sz="1400" dirty="0"/>
              <a:t>It has been designed to derive control policies that operate at a </a:t>
            </a:r>
            <a:r>
              <a:rPr lang="en-US" altLang="zh-TW" sz="1400" b="1" dirty="0"/>
              <a:t>higher level</a:t>
            </a:r>
            <a:r>
              <a:rPr lang="en-US" altLang="zh-TW" sz="1400" dirty="0"/>
              <a:t> and affect a larger number of users and network nodes.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600" b="1" dirty="0">
                <a:solidFill>
                  <a:srgbClr val="0066FF"/>
                </a:solidFill>
              </a:rPr>
              <a:t>Near-real-time RIC: </a:t>
            </a:r>
          </a:p>
          <a:p>
            <a:pPr lvl="2">
              <a:buFont typeface="Times New Roman" panose="02020603050405020304" pitchFamily="18" charset="0"/>
              <a:buChar char="•"/>
            </a:pPr>
            <a:r>
              <a:rPr lang="en-US" altLang="zh-TW" sz="1400" dirty="0"/>
              <a:t>Deliver specific services such as radio resource management (RRM) and handover controlling for network.</a:t>
            </a:r>
          </a:p>
          <a:p>
            <a:pPr lvl="2">
              <a:buFont typeface="Times New Roman" panose="02020603050405020304" pitchFamily="18" charset="0"/>
              <a:buChar char="•"/>
            </a:pPr>
            <a:r>
              <a:rPr lang="en-US" altLang="zh-TW" sz="1400" dirty="0"/>
              <a:t>AI algorithms are implemented as external applications (i.e., xApps) and operate control loops with a periodicity between 10 ms and 1 s.</a:t>
            </a:r>
            <a:endParaRPr lang="en-US" altLang="zh-TW" sz="1600" dirty="0"/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zh-TW" sz="1800" dirty="0"/>
              <a:t>The O-RAN Alliance has also introduced technical specifications</a:t>
            </a:r>
            <a:r>
              <a:rPr lang="zh-TW" altLang="en-US" sz="1800" dirty="0"/>
              <a:t> </a:t>
            </a:r>
            <a:r>
              <a:rPr lang="en-US" altLang="zh-TW" sz="1800" dirty="0"/>
              <a:t>that describe open interfaces connecting a number</a:t>
            </a:r>
            <a:r>
              <a:rPr lang="zh-TW" altLang="en-US" sz="1800" dirty="0"/>
              <a:t> </a:t>
            </a:r>
            <a:r>
              <a:rPr lang="en-US" altLang="zh-TW" sz="1800" dirty="0"/>
              <a:t>of different components of the O-RAN architecture.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600" b="1" dirty="0">
                <a:solidFill>
                  <a:srgbClr val="0066FF"/>
                </a:solidFill>
              </a:rPr>
              <a:t>O1:</a:t>
            </a:r>
            <a:r>
              <a:rPr lang="zh-TW" altLang="en-US" sz="1600" b="1" dirty="0">
                <a:solidFill>
                  <a:srgbClr val="0066FF"/>
                </a:solidFill>
              </a:rPr>
              <a:t> </a:t>
            </a:r>
            <a:r>
              <a:rPr lang="en-US" altLang="zh-TW" sz="1600" dirty="0">
                <a:solidFill>
                  <a:srgbClr val="0066FF"/>
                </a:solidFill>
              </a:rPr>
              <a:t>SMO</a:t>
            </a:r>
            <a:r>
              <a:rPr lang="zh-TW" altLang="en-US" sz="1600" dirty="0">
                <a:solidFill>
                  <a:srgbClr val="0066FF"/>
                </a:solidFill>
              </a:rPr>
              <a:t> </a:t>
            </a:r>
            <a:r>
              <a:rPr lang="en-US" altLang="zh-TW" sz="1600" dirty="0">
                <a:solidFill>
                  <a:srgbClr val="0066FF"/>
                </a:solidFill>
              </a:rPr>
              <a:t>to each O-RAN component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600" b="1" dirty="0">
                <a:solidFill>
                  <a:srgbClr val="0066FF"/>
                </a:solidFill>
              </a:rPr>
              <a:t>A1:</a:t>
            </a:r>
            <a:r>
              <a:rPr lang="zh-TW" altLang="en-US" sz="1600" b="1" dirty="0">
                <a:solidFill>
                  <a:srgbClr val="0066FF"/>
                </a:solidFill>
              </a:rPr>
              <a:t> </a:t>
            </a:r>
            <a:r>
              <a:rPr lang="en-US" altLang="zh-TW" sz="1600" dirty="0">
                <a:solidFill>
                  <a:srgbClr val="0066FF"/>
                </a:solidFill>
              </a:rPr>
              <a:t>Non-RT RIC to Near-RT RIC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600" b="1" dirty="0">
                <a:solidFill>
                  <a:srgbClr val="0066FF"/>
                </a:solidFill>
              </a:rPr>
              <a:t>E2:</a:t>
            </a:r>
            <a:r>
              <a:rPr lang="zh-TW" altLang="en-US" sz="1600" b="1" dirty="0">
                <a:solidFill>
                  <a:srgbClr val="0066FF"/>
                </a:solidFill>
              </a:rPr>
              <a:t> </a:t>
            </a:r>
            <a:r>
              <a:rPr lang="en-US" altLang="zh-TW" sz="1600" dirty="0">
                <a:solidFill>
                  <a:srgbClr val="0066FF"/>
                </a:solidFill>
              </a:rPr>
              <a:t>Near-RT RIC to each E2 nodes (O-CU, O-DU)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6</a:t>
            </a:fld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653BAE7-16A0-45C6-89B2-51DD1DE20E22}"/>
              </a:ext>
            </a:extLst>
          </p:cNvPr>
          <p:cNvSpPr txBox="1"/>
          <p:nvPr/>
        </p:nvSpPr>
        <p:spPr>
          <a:xfrm>
            <a:off x="8232973" y="5051117"/>
            <a:ext cx="1971695" cy="268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TW" sz="1400" b="1" dirty="0">
                <a:latin typeface="Titillium"/>
                <a:ea typeface="Microsoft JhengHei UI" panose="020B0604030504040204" pitchFamily="34" charset="-120"/>
              </a:rPr>
              <a:t>Fig. O-RAN architecture </a:t>
            </a:r>
            <a:endParaRPr lang="zh-TW" altLang="en-US" sz="1400" b="1" dirty="0">
              <a:latin typeface="Titillium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0D5F35-182B-4F97-B46F-CCFD2B7EAB70}"/>
              </a:ext>
            </a:extLst>
          </p:cNvPr>
          <p:cNvSpPr/>
          <p:nvPr/>
        </p:nvSpPr>
        <p:spPr>
          <a:xfrm>
            <a:off x="8616280" y="6178313"/>
            <a:ext cx="28119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100" dirty="0">
                <a:latin typeface="Calibri" panose="020F0502020204030204" pitchFamily="34" charset="0"/>
                <a:cs typeface="Calibri" panose="020F0502020204030204" pitchFamily="34" charset="0"/>
              </a:rPr>
              <a:t>SMO: Service Management and Orchestration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8142C8B-E6B8-4175-BC09-D13B6E63D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438" y="1851805"/>
            <a:ext cx="4306767" cy="319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653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Introduction (5/14)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7368" y="1052736"/>
            <a:ext cx="9350220" cy="5544616"/>
          </a:xfrm>
        </p:spPr>
        <p:txBody>
          <a:bodyPr/>
          <a:lstStyle/>
          <a:p>
            <a:pPr marL="457200" indent="-457200" algn="ctr">
              <a:buFont typeface="+mj-lt"/>
              <a:buAutoNum type="alphaUcPeriod" startAt="3"/>
            </a:pPr>
            <a:r>
              <a:rPr lang="en-US" altLang="zh-TW" sz="1800" i="1" dirty="0"/>
              <a:t>A1</a:t>
            </a:r>
            <a:r>
              <a:rPr lang="zh-TW" altLang="en-US" sz="1800" i="1" dirty="0"/>
              <a:t> </a:t>
            </a:r>
            <a:r>
              <a:rPr lang="en-US" altLang="zh-TW" sz="1800" i="1" dirty="0"/>
              <a:t>interface</a:t>
            </a:r>
          </a:p>
          <a:p>
            <a:r>
              <a:rPr lang="en-US" altLang="zh-TW" sz="2000" dirty="0"/>
              <a:t>The A1AP (A1 application protocol)</a:t>
            </a:r>
            <a:r>
              <a:rPr lang="zh-TW" altLang="en-US" sz="2000" dirty="0"/>
              <a:t> </a:t>
            </a:r>
            <a:r>
              <a:rPr lang="en-US" altLang="zh-TW" sz="2000" dirty="0"/>
              <a:t>has three services for near-RT RIC including </a:t>
            </a:r>
            <a:r>
              <a:rPr lang="en-US" altLang="zh-TW" sz="2000" i="1" dirty="0"/>
              <a:t>A1 Policy management</a:t>
            </a:r>
            <a:r>
              <a:rPr lang="en-US" altLang="zh-TW" sz="2000" dirty="0"/>
              <a:t>, </a:t>
            </a:r>
            <a:r>
              <a:rPr lang="en-US" altLang="zh-TW" sz="2000" i="1" dirty="0"/>
              <a:t>A1 ML model management</a:t>
            </a:r>
            <a:r>
              <a:rPr lang="en-US" altLang="zh-TW" sz="2000" dirty="0"/>
              <a:t> and </a:t>
            </a:r>
            <a:r>
              <a:rPr lang="en-US" altLang="zh-TW" sz="2000" i="1" dirty="0"/>
              <a:t>A1 Enrichment Information</a:t>
            </a:r>
            <a:r>
              <a:rPr lang="en-US" altLang="zh-TW" sz="2000" dirty="0"/>
              <a:t>.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b="1" dirty="0">
                <a:solidFill>
                  <a:srgbClr val="0066FF"/>
                </a:solidFill>
              </a:rPr>
              <a:t>A1 Policy management:</a:t>
            </a:r>
          </a:p>
          <a:p>
            <a:pPr lvl="2">
              <a:buFont typeface="Times New Roman" panose="02020603050405020304" pitchFamily="18" charset="0"/>
              <a:buChar char="•"/>
            </a:pPr>
            <a:r>
              <a:rPr lang="en-US" altLang="zh-TW" sz="1600" dirty="0"/>
              <a:t>To drive the functionalities of the near-RT RIC to achieve high level intent for the RAN.</a:t>
            </a:r>
          </a:p>
          <a:p>
            <a:pPr lvl="3">
              <a:buFont typeface="Calibri" panose="020F0502020204030204" pitchFamily="34" charset="0"/>
              <a:buChar char="▪"/>
            </a:pPr>
            <a:r>
              <a:rPr lang="en-US" altLang="zh-TW" sz="1600" dirty="0">
                <a:solidFill>
                  <a:srgbClr val="0066FF"/>
                </a:solidFill>
              </a:rPr>
              <a:t>This intent is generally defined through </a:t>
            </a:r>
            <a:r>
              <a:rPr lang="en-US" altLang="zh-TW" sz="1600" b="1" dirty="0">
                <a:solidFill>
                  <a:srgbClr val="0066FF"/>
                </a:solidFill>
              </a:rPr>
              <a:t>QoS or KPI goals</a:t>
            </a:r>
            <a:r>
              <a:rPr lang="en-US" altLang="zh-TW" sz="1600" dirty="0">
                <a:solidFill>
                  <a:srgbClr val="0066FF"/>
                </a:solidFill>
              </a:rPr>
              <a:t> for all users or subsets of users and </a:t>
            </a:r>
            <a:r>
              <a:rPr lang="en-US" altLang="zh-TW" sz="1600" b="1" dirty="0">
                <a:solidFill>
                  <a:srgbClr val="0066FF"/>
                </a:solidFill>
              </a:rPr>
              <a:t>monitored</a:t>
            </a:r>
            <a:r>
              <a:rPr lang="en-US" altLang="zh-TW" sz="1600" dirty="0">
                <a:solidFill>
                  <a:srgbClr val="0066FF"/>
                </a:solidFill>
              </a:rPr>
              <a:t> using the O1 interface and feedback over A1 to near-RT RIC.</a:t>
            </a:r>
          </a:p>
          <a:p>
            <a:pPr lvl="2"/>
            <a:r>
              <a:rPr lang="en-US" altLang="zh-TW" sz="1600" dirty="0"/>
              <a:t>Policies, formulated by the non-RT RIC, are deployed via A1, which also enables policy lifecycle management, including </a:t>
            </a:r>
            <a:r>
              <a:rPr lang="en-US" altLang="zh-TW" sz="1600" b="1" dirty="0"/>
              <a:t>deletion</a:t>
            </a:r>
            <a:r>
              <a:rPr lang="en-US" altLang="zh-TW" sz="1600" dirty="0"/>
              <a:t>, </a:t>
            </a:r>
            <a:r>
              <a:rPr lang="en-US" altLang="zh-TW" sz="1600" b="1" dirty="0"/>
              <a:t>updates</a:t>
            </a:r>
            <a:r>
              <a:rPr lang="en-US" altLang="zh-TW" sz="1600" dirty="0"/>
              <a:t>, and </a:t>
            </a:r>
            <a:r>
              <a:rPr lang="en-US" altLang="zh-TW" sz="1600" b="1" dirty="0"/>
              <a:t>queries</a:t>
            </a:r>
            <a:r>
              <a:rPr lang="en-US" altLang="zh-TW" sz="1600" dirty="0"/>
              <a:t>, by the non-RT RIC.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b="1" dirty="0">
                <a:solidFill>
                  <a:srgbClr val="0066FF"/>
                </a:solidFill>
              </a:rPr>
              <a:t>A1 ML model management:</a:t>
            </a:r>
            <a:r>
              <a:rPr lang="en-US" altLang="zh-TW" sz="1800" dirty="0">
                <a:solidFill>
                  <a:srgbClr val="0066FF"/>
                </a:solidFill>
              </a:rPr>
              <a:t> Be considered as further study.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b="1" dirty="0">
                <a:solidFill>
                  <a:srgbClr val="0066FF"/>
                </a:solidFill>
              </a:rPr>
              <a:t>A1 Enrichment Information (EI):</a:t>
            </a:r>
          </a:p>
          <a:p>
            <a:pPr lvl="2"/>
            <a:r>
              <a:rPr lang="en-US" altLang="zh-TW" sz="1600" dirty="0"/>
              <a:t>Aims at improving RAN performance by providing information that is generally not available to the RAN itself (e.g., capacity forecasts, information elements from sources outside the RAN, aggregate analytics).</a:t>
            </a:r>
          </a:p>
          <a:p>
            <a:pPr lvl="2"/>
            <a:r>
              <a:rPr lang="en-US" altLang="zh-TW" sz="1600" dirty="0"/>
              <a:t>The non-RT RIC and SMO possess a network-wide view and external data access, and can share the data with near-RT RIC xApps via A1 EI.</a:t>
            </a:r>
          </a:p>
          <a:p>
            <a:pPr lvl="2"/>
            <a:r>
              <a:rPr lang="en-US" altLang="zh-TW" sz="1600" dirty="0"/>
              <a:t>The flow of information can also bypass the non-RT RIC, which can instruct the near-RT RIC (over A1) to connect directly to sources of EI.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7</a:t>
            </a:fld>
            <a:endParaRPr kumimoji="1" lang="zh-TW" altLang="en-US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5E53439C-796E-428B-8E1D-146F2D60C41B}"/>
              </a:ext>
            </a:extLst>
          </p:cNvPr>
          <p:cNvGrpSpPr/>
          <p:nvPr/>
        </p:nvGrpSpPr>
        <p:grpSpPr>
          <a:xfrm>
            <a:off x="9866069" y="1931284"/>
            <a:ext cx="1533113" cy="1497716"/>
            <a:chOff x="10344472" y="908720"/>
            <a:chExt cx="1533113" cy="1497716"/>
          </a:xfrm>
        </p:grpSpPr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1E321DC0-BEA4-4873-98AE-49622BE7E05C}"/>
                </a:ext>
              </a:extLst>
            </p:cNvPr>
            <p:cNvSpPr txBox="1"/>
            <p:nvPr/>
          </p:nvSpPr>
          <p:spPr>
            <a:xfrm>
              <a:off x="11056509" y="1508784"/>
              <a:ext cx="409681" cy="276999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A5A5A5"/>
                  </a:solidFill>
                  <a:effectLst/>
                  <a:uLnTx/>
                  <a:uFillTx/>
                  <a:ea typeface="新細明體" panose="02020500000000000000" pitchFamily="18" charset="-120"/>
                  <a:cs typeface="Times New Roman" panose="02020603050405020304" pitchFamily="18" charset="0"/>
                </a:rPr>
                <a:t>A1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20D6274-4B10-46CE-B1ED-FDB439993A41}"/>
                </a:ext>
              </a:extLst>
            </p:cNvPr>
            <p:cNvSpPr/>
            <p:nvPr/>
          </p:nvSpPr>
          <p:spPr>
            <a:xfrm>
              <a:off x="10344472" y="1920814"/>
              <a:ext cx="1485281" cy="467910"/>
            </a:xfrm>
            <a:prstGeom prst="rect">
              <a:avLst/>
            </a:prstGeom>
            <a:solidFill>
              <a:srgbClr val="ED7D31">
                <a:lumMod val="40000"/>
                <a:lumOff val="60000"/>
              </a:srgbClr>
            </a:solidFill>
            <a:ln w="19050" cap="flat" cmpd="sng" algn="ctr">
              <a:solidFill>
                <a:srgbClr val="ED7D3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5C2FD4F1-EA26-41A5-B5F8-A31B2D9FEB25}"/>
                </a:ext>
              </a:extLst>
            </p:cNvPr>
            <p:cNvSpPr/>
            <p:nvPr/>
          </p:nvSpPr>
          <p:spPr>
            <a:xfrm>
              <a:off x="10399868" y="1970872"/>
              <a:ext cx="583239" cy="175980"/>
            </a:xfrm>
            <a:prstGeom prst="roundRect">
              <a:avLst/>
            </a:prstGeom>
            <a:solidFill>
              <a:srgbClr val="CC99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Times New Roman" panose="02020603050405020304" pitchFamily="18" charset="0"/>
                </a:rPr>
                <a:t>xApp_1</a:t>
              </a:r>
              <a:endParaRPr kumimoji="0" lang="zh-TW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606E7867-B314-4D91-9705-9B5B0ED93C05}"/>
                </a:ext>
              </a:extLst>
            </p:cNvPr>
            <p:cNvSpPr/>
            <p:nvPr/>
          </p:nvSpPr>
          <p:spPr>
            <a:xfrm>
              <a:off x="10399863" y="2172492"/>
              <a:ext cx="583239" cy="175980"/>
            </a:xfrm>
            <a:prstGeom prst="roundRect">
              <a:avLst/>
            </a:prstGeom>
            <a:solidFill>
              <a:srgbClr val="CC99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Times New Roman" panose="02020603050405020304" pitchFamily="18" charset="0"/>
                </a:rPr>
                <a:t>xApp_2</a:t>
              </a:r>
              <a:endParaRPr kumimoji="0" lang="zh-TW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98C651DF-797B-4A71-9523-BA54718D852E}"/>
                </a:ext>
              </a:extLst>
            </p:cNvPr>
            <p:cNvSpPr txBox="1"/>
            <p:nvPr/>
          </p:nvSpPr>
          <p:spPr>
            <a:xfrm>
              <a:off x="10920272" y="2144826"/>
              <a:ext cx="95731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100" dirty="0">
                  <a:solidFill>
                    <a:prstClr val="black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Near-RT RIC</a:t>
              </a:r>
              <a:endParaRPr lang="zh-TW" altLang="en-US" sz="1100" dirty="0">
                <a:solidFill>
                  <a:prstClr val="black"/>
                </a:solidFill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3" name="圓柱形 12">
              <a:extLst>
                <a:ext uri="{FF2B5EF4-FFF2-40B4-BE49-F238E27FC236}">
                  <a16:creationId xmlns:a16="http://schemas.microsoft.com/office/drawing/2014/main" id="{C65A757D-8217-4049-A17F-C22C294582FD}"/>
                </a:ext>
              </a:extLst>
            </p:cNvPr>
            <p:cNvSpPr/>
            <p:nvPr/>
          </p:nvSpPr>
          <p:spPr>
            <a:xfrm>
              <a:off x="11462137" y="1980891"/>
              <a:ext cx="257020" cy="169606"/>
            </a:xfrm>
            <a:prstGeom prst="can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DB</a:t>
              </a:r>
              <a:endParaRPr kumimoji="0" lang="zh-TW" altLang="en-US" sz="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57E26AD-0B16-4D9F-9C82-F4A01C820FA2}"/>
                </a:ext>
              </a:extLst>
            </p:cNvPr>
            <p:cNvSpPr/>
            <p:nvPr/>
          </p:nvSpPr>
          <p:spPr>
            <a:xfrm>
              <a:off x="10344472" y="908720"/>
              <a:ext cx="1485281" cy="467910"/>
            </a:xfrm>
            <a:prstGeom prst="rect">
              <a:avLst/>
            </a:prstGeom>
            <a:solidFill>
              <a:srgbClr val="A5A5A5">
                <a:lumMod val="40000"/>
                <a:lumOff val="60000"/>
              </a:srgbClr>
            </a:solidFill>
            <a:ln w="19050" cap="flat" cmpd="sng" algn="ctr">
              <a:solidFill>
                <a:srgbClr val="A5A5A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5" name="矩形: 圓角 14">
              <a:extLst>
                <a:ext uri="{FF2B5EF4-FFF2-40B4-BE49-F238E27FC236}">
                  <a16:creationId xmlns:a16="http://schemas.microsoft.com/office/drawing/2014/main" id="{BA83ABB3-7DBE-4790-A161-02E8301FBC21}"/>
                </a:ext>
              </a:extLst>
            </p:cNvPr>
            <p:cNvSpPr/>
            <p:nvPr/>
          </p:nvSpPr>
          <p:spPr>
            <a:xfrm>
              <a:off x="10399868" y="958778"/>
              <a:ext cx="583239" cy="175980"/>
            </a:xfrm>
            <a:prstGeom prst="roundRect">
              <a:avLst/>
            </a:prstGeom>
            <a:solidFill>
              <a:srgbClr val="CC99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Times New Roman" panose="02020603050405020304" pitchFamily="18" charset="0"/>
                </a:rPr>
                <a:t>rApp_1</a:t>
              </a:r>
              <a:endParaRPr kumimoji="0" lang="zh-TW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96AC247A-DE1D-4033-95B6-B9479763FB43}"/>
                </a:ext>
              </a:extLst>
            </p:cNvPr>
            <p:cNvSpPr/>
            <p:nvPr/>
          </p:nvSpPr>
          <p:spPr>
            <a:xfrm>
              <a:off x="10399863" y="1160398"/>
              <a:ext cx="583239" cy="175980"/>
            </a:xfrm>
            <a:prstGeom prst="roundRect">
              <a:avLst/>
            </a:prstGeom>
            <a:solidFill>
              <a:srgbClr val="CC99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Times New Roman" panose="02020603050405020304" pitchFamily="18" charset="0"/>
                </a:rPr>
                <a:t>rApp_2</a:t>
              </a:r>
              <a:endParaRPr kumimoji="0" lang="zh-TW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A1F9CFD1-235E-4FFD-AE59-EF6945B58A9A}"/>
                </a:ext>
              </a:extLst>
            </p:cNvPr>
            <p:cNvSpPr txBox="1"/>
            <p:nvPr/>
          </p:nvSpPr>
          <p:spPr>
            <a:xfrm>
              <a:off x="10935501" y="923007"/>
              <a:ext cx="92685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100" dirty="0">
                  <a:solidFill>
                    <a:prstClr val="black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Non-RT RIC</a:t>
              </a:r>
              <a:endParaRPr lang="zh-TW" altLang="en-US" sz="1100" dirty="0">
                <a:solidFill>
                  <a:prstClr val="black"/>
                </a:solidFill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01A074C8-DA16-4505-A23A-755EF54BF1DB}"/>
                </a:ext>
              </a:extLst>
            </p:cNvPr>
            <p:cNvCxnSpPr>
              <a:stCxn id="14" idx="2"/>
              <a:endCxn id="9" idx="0"/>
            </p:cNvCxnSpPr>
            <p:nvPr/>
          </p:nvCxnSpPr>
          <p:spPr>
            <a:xfrm>
              <a:off x="11087113" y="1376630"/>
              <a:ext cx="0" cy="544184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782CAE71-5583-47FF-8944-CCB073A1CD80}"/>
              </a:ext>
            </a:extLst>
          </p:cNvPr>
          <p:cNvSpPr/>
          <p:nvPr/>
        </p:nvSpPr>
        <p:spPr>
          <a:xfrm>
            <a:off x="9904862" y="6203589"/>
            <a:ext cx="149432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100" b="1" dirty="0">
                <a:latin typeface="Calibri" panose="020F0502020204030204" pitchFamily="34" charset="0"/>
                <a:cs typeface="Calibri" panose="020F0502020204030204" pitchFamily="34" charset="0"/>
              </a:rPr>
              <a:t>QoS:</a:t>
            </a:r>
            <a:r>
              <a:rPr lang="zh-TW" alt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100" b="1" dirty="0">
                <a:latin typeface="Calibri" panose="020F0502020204030204" pitchFamily="34" charset="0"/>
                <a:cs typeface="Calibri" panose="020F0502020204030204" pitchFamily="34" charset="0"/>
              </a:rPr>
              <a:t>quality of service</a:t>
            </a:r>
            <a:endParaRPr lang="zh-TW" alt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47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Introduction (6/14)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7368" y="1052736"/>
            <a:ext cx="11355545" cy="5544616"/>
          </a:xfrm>
        </p:spPr>
        <p:txBody>
          <a:bodyPr/>
          <a:lstStyle/>
          <a:p>
            <a:pPr marL="342900" indent="-342900" algn="ctr">
              <a:buFont typeface="+mj-lt"/>
              <a:buAutoNum type="alphaUcPeriod" startAt="3"/>
            </a:pPr>
            <a:r>
              <a:rPr lang="en-US" altLang="zh-TW" sz="1800" i="1" dirty="0"/>
              <a:t>A1</a:t>
            </a:r>
            <a:r>
              <a:rPr lang="zh-TW" altLang="en-US" sz="1800" i="1" dirty="0"/>
              <a:t> </a:t>
            </a:r>
            <a:r>
              <a:rPr lang="en-US" altLang="zh-TW" sz="1800" i="1" dirty="0"/>
              <a:t>interface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zh-TW" sz="1800" dirty="0"/>
              <a:t>An example scenario used to describe the use of A1 for traffic management.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zh-TW" sz="1800" dirty="0"/>
              <a:t>In this scenario, an UE with </a:t>
            </a:r>
            <a:r>
              <a:rPr lang="en-US" altLang="zh-TW" sz="1800" b="1" dirty="0"/>
              <a:t>UE_ID = 1</a:t>
            </a:r>
            <a:r>
              <a:rPr lang="en-US" altLang="zh-TW" sz="1800" dirty="0"/>
              <a:t>, belonging to a subnet slice identified by </a:t>
            </a:r>
            <a:r>
              <a:rPr lang="en-US" altLang="zh-TW" sz="1800" b="1" dirty="0"/>
              <a:t>S-NSSAI = 1</a:t>
            </a:r>
            <a:r>
              <a:rPr lang="en-US" altLang="zh-TW" sz="1800" dirty="0"/>
              <a:t>, having a </a:t>
            </a:r>
            <a:r>
              <a:rPr lang="en-US" altLang="zh-TW" sz="1800" b="1" dirty="0"/>
              <a:t>Voice</a:t>
            </a:r>
            <a:r>
              <a:rPr lang="en-US" altLang="zh-TW" sz="1800" dirty="0"/>
              <a:t> (</a:t>
            </a:r>
            <a:r>
              <a:rPr lang="en-US" altLang="zh-TW" sz="1800" b="1" dirty="0"/>
              <a:t>5QI = 1</a:t>
            </a:r>
            <a:r>
              <a:rPr lang="en-US" altLang="zh-TW" sz="1800" dirty="0"/>
              <a:t>) and an </a:t>
            </a:r>
            <a:r>
              <a:rPr lang="en-US" altLang="zh-TW" sz="1800" b="1" dirty="0"/>
              <a:t>MBB</a:t>
            </a:r>
            <a:r>
              <a:rPr lang="en-US" altLang="zh-TW" sz="1800" dirty="0"/>
              <a:t> (</a:t>
            </a:r>
            <a:r>
              <a:rPr lang="en-US" altLang="zh-TW" sz="1800" b="1" dirty="0"/>
              <a:t>5QI = 9</a:t>
            </a:r>
            <a:r>
              <a:rPr lang="en-US" altLang="zh-TW" sz="1800" dirty="0"/>
              <a:t>) connection established, enters an area covered by four frequency bands.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8</a:t>
            </a:fld>
            <a:endParaRPr kumimoji="1" lang="zh-TW" altLang="en-US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C2E0A27B-9ED2-4AD2-BEC9-25300071D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656" y="2852936"/>
            <a:ext cx="6192688" cy="313553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93088AB-8BCE-430A-AB92-09638F3C2B5B}"/>
              </a:ext>
            </a:extLst>
          </p:cNvPr>
          <p:cNvSpPr/>
          <p:nvPr/>
        </p:nvSpPr>
        <p:spPr>
          <a:xfrm>
            <a:off x="572350" y="6114491"/>
            <a:ext cx="40834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>
                <a:latin typeface="Calibri" panose="020F0502020204030204" pitchFamily="34" charset="0"/>
                <a:cs typeface="Calibri" panose="020F0502020204030204" pitchFamily="34" charset="0"/>
              </a:rPr>
              <a:t>MBB:</a:t>
            </a:r>
            <a:r>
              <a:rPr lang="zh-TW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200" dirty="0">
                <a:latin typeface="Calibri" panose="020F0502020204030204" pitchFamily="34" charset="0"/>
                <a:cs typeface="Calibri" panose="020F0502020204030204" pitchFamily="34" charset="0"/>
              </a:rPr>
              <a:t>Mobile broadband</a:t>
            </a:r>
          </a:p>
          <a:p>
            <a:r>
              <a:rPr lang="en-US" altLang="zh-TW" sz="1200" dirty="0">
                <a:latin typeface="Calibri" panose="020F0502020204030204" pitchFamily="34" charset="0"/>
                <a:cs typeface="Calibri" panose="020F0502020204030204" pitchFamily="34" charset="0"/>
              </a:rPr>
              <a:t>S-NSSAI: Single Network Slice Selection Assistance Information</a:t>
            </a:r>
            <a:endParaRPr lang="zh-TW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331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Introduction (7/14)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7368" y="1052736"/>
            <a:ext cx="11355545" cy="5544616"/>
          </a:xfrm>
        </p:spPr>
        <p:txBody>
          <a:bodyPr/>
          <a:lstStyle/>
          <a:p>
            <a:pPr marL="342900" indent="-342900" algn="ctr">
              <a:buFont typeface="+mj-lt"/>
              <a:buAutoNum type="alphaUcPeriod" startAt="3"/>
            </a:pPr>
            <a:r>
              <a:rPr lang="en-US" altLang="zh-TW" sz="1800" i="1" dirty="0"/>
              <a:t>A1</a:t>
            </a:r>
            <a:r>
              <a:rPr lang="zh-TW" altLang="en-US" sz="1800" i="1" dirty="0"/>
              <a:t> </a:t>
            </a:r>
            <a:r>
              <a:rPr lang="en-US" altLang="zh-TW" sz="1800" i="1" dirty="0"/>
              <a:t>interface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zh-TW" sz="1800" dirty="0"/>
              <a:t>The Non-RT RIC understands the requirements and characteristics of the services and decides to let the </a:t>
            </a:r>
            <a:r>
              <a:rPr lang="en-US" altLang="zh-TW" sz="1800" b="1" dirty="0"/>
              <a:t>Voice</a:t>
            </a:r>
            <a:r>
              <a:rPr lang="en-US" altLang="zh-TW" sz="1800" dirty="0"/>
              <a:t> and </a:t>
            </a:r>
            <a:r>
              <a:rPr lang="en-US" altLang="zh-TW" sz="1800" b="1" dirty="0"/>
              <a:t>RRC</a:t>
            </a:r>
            <a:r>
              <a:rPr lang="en-US" altLang="zh-TW" sz="1800" dirty="0"/>
              <a:t> </a:t>
            </a:r>
            <a:r>
              <a:rPr lang="en-US" altLang="zh-TW" sz="1800" b="1" dirty="0"/>
              <a:t>connection</a:t>
            </a:r>
            <a:r>
              <a:rPr lang="en-US" altLang="zh-TW" sz="1800" dirty="0"/>
              <a:t> reside on the </a:t>
            </a:r>
            <a:r>
              <a:rPr lang="en-US" altLang="zh-TW" sz="1800" b="1" dirty="0"/>
              <a:t>low band </a:t>
            </a:r>
            <a:r>
              <a:rPr lang="en-US" altLang="zh-TW" sz="1800" dirty="0"/>
              <a:t>(CellB:</a:t>
            </a:r>
            <a:r>
              <a:rPr lang="zh-TW" altLang="en-US" sz="1800" dirty="0"/>
              <a:t> </a:t>
            </a:r>
            <a:r>
              <a:rPr lang="en-US" altLang="zh-TW" sz="1800" dirty="0"/>
              <a:t>narrow bandwidth).</a:t>
            </a:r>
          </a:p>
          <a:p>
            <a:pPr>
              <a:buFont typeface="Times New Roman" panose="02020603050405020304" pitchFamily="18" charset="0"/>
              <a:buChar char="•"/>
            </a:pPr>
            <a:endParaRPr lang="en-US" altLang="zh-TW" sz="1800" dirty="0"/>
          </a:p>
          <a:p>
            <a:pPr>
              <a:buFont typeface="Times New Roman" panose="02020603050405020304" pitchFamily="18" charset="0"/>
              <a:buChar char="•"/>
            </a:pPr>
            <a:endParaRPr lang="en-US" altLang="zh-TW" sz="1800" dirty="0"/>
          </a:p>
          <a:p>
            <a:pPr>
              <a:buFont typeface="Times New Roman" panose="02020603050405020304" pitchFamily="18" charset="0"/>
              <a:buChar char="•"/>
            </a:pPr>
            <a:endParaRPr lang="en-US" altLang="zh-TW" sz="1800" dirty="0"/>
          </a:p>
          <a:p>
            <a:pPr>
              <a:buFont typeface="Times New Roman" panose="02020603050405020304" pitchFamily="18" charset="0"/>
              <a:buChar char="•"/>
            </a:pPr>
            <a:endParaRPr lang="en-US" altLang="zh-TW" sz="1800" dirty="0"/>
          </a:p>
          <a:p>
            <a:pPr>
              <a:buFont typeface="Times New Roman" panose="02020603050405020304" pitchFamily="18" charset="0"/>
              <a:buChar char="•"/>
            </a:pPr>
            <a:endParaRPr lang="en-US" altLang="zh-TW" sz="1800" dirty="0"/>
          </a:p>
          <a:p>
            <a:pPr marL="0" indent="0">
              <a:buNone/>
            </a:pPr>
            <a:endParaRPr lang="en-US" altLang="zh-TW" sz="1800" dirty="0"/>
          </a:p>
          <a:p>
            <a:pPr marL="0" indent="0">
              <a:buNone/>
            </a:pPr>
            <a:endParaRPr lang="en-US" altLang="zh-TW" sz="1800" dirty="0"/>
          </a:p>
          <a:p>
            <a:pPr marL="0" indent="0">
              <a:buNone/>
            </a:pPr>
            <a:endParaRPr lang="en-US" altLang="zh-TW" sz="1800" dirty="0"/>
          </a:p>
          <a:p>
            <a:pPr marL="0" indent="0">
              <a:buNone/>
            </a:pPr>
            <a:endParaRPr lang="en-US" altLang="zh-TW" sz="1800" dirty="0"/>
          </a:p>
          <a:p>
            <a:pPr marL="0" indent="0">
              <a:buNone/>
            </a:pPr>
            <a:endParaRPr lang="en-US" altLang="zh-TW" sz="180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9</a:t>
            </a:fld>
            <a:endParaRPr kumimoji="1"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5C171030-6339-40C4-B391-43E88A91C836}"/>
              </a:ext>
            </a:extLst>
          </p:cNvPr>
          <p:cNvGrpSpPr/>
          <p:nvPr/>
        </p:nvGrpSpPr>
        <p:grpSpPr>
          <a:xfrm>
            <a:off x="1199456" y="2420888"/>
            <a:ext cx="6502587" cy="3312368"/>
            <a:chOff x="2842268" y="2420888"/>
            <a:chExt cx="6502587" cy="3312368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5898259D-27C2-4E39-B253-3B15804A9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42268" y="2420888"/>
              <a:ext cx="6502587" cy="3312368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7CD7E65-DAD3-469E-8A23-D7AC6CCB9EEB}"/>
                </a:ext>
              </a:extLst>
            </p:cNvPr>
            <p:cNvSpPr/>
            <p:nvPr/>
          </p:nvSpPr>
          <p:spPr>
            <a:xfrm>
              <a:off x="3215680" y="3353723"/>
              <a:ext cx="936104" cy="150554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24925954-1EDC-4BCB-91E0-8FE3244F2D9F}"/>
              </a:ext>
            </a:extLst>
          </p:cNvPr>
          <p:cNvSpPr/>
          <p:nvPr/>
        </p:nvSpPr>
        <p:spPr>
          <a:xfrm>
            <a:off x="623392" y="6211319"/>
            <a:ext cx="19682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200" dirty="0">
                <a:latin typeface="Calibri" panose="020F0502020204030204" pitchFamily="34" charset="0"/>
                <a:cs typeface="Calibri" panose="020F0502020204030204" pitchFamily="34" charset="0"/>
              </a:rPr>
              <a:t>RRC: Radio Resource Control</a:t>
            </a:r>
            <a:endParaRPr lang="zh-TW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F746F8C-A3DE-4297-B72D-F3A11969A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208" y="3284984"/>
            <a:ext cx="3265922" cy="165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871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Introduction (8/14)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7368" y="1052736"/>
            <a:ext cx="11355545" cy="5544616"/>
          </a:xfrm>
        </p:spPr>
        <p:txBody>
          <a:bodyPr/>
          <a:lstStyle/>
          <a:p>
            <a:pPr marL="342900" indent="-342900" algn="ctr">
              <a:buFont typeface="+mj-lt"/>
              <a:buAutoNum type="alphaUcPeriod" startAt="3"/>
            </a:pPr>
            <a:r>
              <a:rPr lang="en-US" altLang="zh-TW" sz="1800" i="1" dirty="0"/>
              <a:t>A1</a:t>
            </a:r>
            <a:r>
              <a:rPr lang="zh-TW" altLang="en-US" sz="1800" i="1" dirty="0"/>
              <a:t> </a:t>
            </a:r>
            <a:r>
              <a:rPr lang="en-US" altLang="zh-TW" sz="1800" i="1" dirty="0"/>
              <a:t>interface</a:t>
            </a:r>
          </a:p>
          <a:p>
            <a:r>
              <a:rPr lang="en-US" altLang="zh-TW" sz="1800" dirty="0"/>
              <a:t>While the </a:t>
            </a:r>
            <a:r>
              <a:rPr lang="en-US" altLang="zh-TW" sz="1800" b="1" dirty="0"/>
              <a:t>MBB connection</a:t>
            </a:r>
            <a:r>
              <a:rPr lang="en-US" altLang="zh-TW" sz="1800" dirty="0"/>
              <a:t> should preferably use the </a:t>
            </a:r>
            <a:r>
              <a:rPr lang="en-US" altLang="zh-TW" sz="1800" b="1" dirty="0"/>
              <a:t>higher band </a:t>
            </a:r>
            <a:r>
              <a:rPr lang="en-US" altLang="zh-TW" sz="1800" dirty="0"/>
              <a:t>(CellC, CellD:</a:t>
            </a:r>
            <a:r>
              <a:rPr lang="zh-TW" altLang="en-US" sz="1800" dirty="0"/>
              <a:t> </a:t>
            </a:r>
            <a:r>
              <a:rPr lang="en-US" altLang="zh-TW" sz="1800" dirty="0"/>
              <a:t>wide bandwidth) and avoid the low band (CellA, CellB) if possible.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dirty="0">
                <a:solidFill>
                  <a:srgbClr val="0066FF"/>
                </a:solidFill>
              </a:rPr>
              <a:t>CellA is used for MBB if required for coverage reasons.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10</a:t>
            </a:fld>
            <a:endParaRPr kumimoji="1"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3E36EDA5-7003-436B-AAD5-43355F508A36}"/>
              </a:ext>
            </a:extLst>
          </p:cNvPr>
          <p:cNvGrpSpPr/>
          <p:nvPr/>
        </p:nvGrpSpPr>
        <p:grpSpPr>
          <a:xfrm>
            <a:off x="1271464" y="2492896"/>
            <a:ext cx="6175268" cy="3640949"/>
            <a:chOff x="3005928" y="2492896"/>
            <a:chExt cx="6175268" cy="3640949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51B1303F-3A5C-4BCD-9399-C8EAB54F2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5928" y="2492896"/>
              <a:ext cx="6175268" cy="3640949"/>
            </a:xfrm>
            <a:prstGeom prst="rect">
              <a:avLst/>
            </a:prstGeom>
          </p:spPr>
        </p:pic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AD30ACAA-D3FF-4FAC-B931-AAF33E775983}"/>
                </a:ext>
              </a:extLst>
            </p:cNvPr>
            <p:cNvSpPr/>
            <p:nvPr/>
          </p:nvSpPr>
          <p:spPr>
            <a:xfrm>
              <a:off x="3359696" y="3717032"/>
              <a:ext cx="936104" cy="150554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9" name="圖片 8">
            <a:extLst>
              <a:ext uri="{FF2B5EF4-FFF2-40B4-BE49-F238E27FC236}">
                <a16:creationId xmlns:a16="http://schemas.microsoft.com/office/drawing/2014/main" id="{9D1F2F6F-2B68-4388-9DF7-8BAB0960A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208" y="3284984"/>
            <a:ext cx="3265922" cy="165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323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Introduction (9/14)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823823"/>
            <a:ext cx="10776600" cy="5773529"/>
          </a:xfrm>
        </p:spPr>
        <p:txBody>
          <a:bodyPr/>
          <a:lstStyle/>
          <a:p>
            <a:pPr marL="457200" indent="-457200" algn="ctr">
              <a:buFont typeface="+mj-lt"/>
              <a:buAutoNum type="alphaUcPeriod" startAt="4"/>
            </a:pPr>
            <a:r>
              <a:rPr lang="en-US" altLang="zh-TW" sz="2000" i="1" dirty="0">
                <a:latin typeface="Calibri" panose="020F0502020204030204" pitchFamily="34" charset="0"/>
                <a:cs typeface="Calibri" panose="020F0502020204030204" pitchFamily="34" charset="0"/>
              </a:rPr>
              <a:t>E2</a:t>
            </a:r>
            <a:r>
              <a:rPr lang="zh-TW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i="1" dirty="0">
                <a:latin typeface="Calibri" panose="020F0502020204030204" pitchFamily="34" charset="0"/>
                <a:cs typeface="Calibri" panose="020F0502020204030204" pitchFamily="34" charset="0"/>
              </a:rPr>
              <a:t>interface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11</a:t>
            </a:fld>
            <a:endParaRPr kumimoji="1"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287729-D79A-41CD-871B-EA847A20CED4}"/>
              </a:ext>
            </a:extLst>
          </p:cNvPr>
          <p:cNvSpPr/>
          <p:nvPr/>
        </p:nvSpPr>
        <p:spPr>
          <a:xfrm>
            <a:off x="1343472" y="5749655"/>
            <a:ext cx="39604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Calibri" panose="020F0502020204030204" pitchFamily="34" charset="0"/>
                <a:cs typeface="Calibri" panose="020F0502020204030204" pitchFamily="34" charset="0"/>
              </a:rPr>
              <a:t>Fig. The procedure of setting up an E2 session between the near-RT RIC and an E2 node.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A7A9838-7EFB-4523-A1BF-4F377348C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480" y="1440654"/>
            <a:ext cx="3816424" cy="417813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F69F3A7-8C40-40B3-A592-51D1FB97FFF9}"/>
              </a:ext>
            </a:extLst>
          </p:cNvPr>
          <p:cNvSpPr/>
          <p:nvPr/>
        </p:nvSpPr>
        <p:spPr>
          <a:xfrm>
            <a:off x="5447928" y="255183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At first, the </a:t>
            </a:r>
            <a:r>
              <a:rPr lang="en-US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SCTP connection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is established.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Then, the E2 node transmits an </a:t>
            </a:r>
            <a:r>
              <a:rPr lang="en-US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E2 setup request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, in which it lists the RAN functions and configuration it supports, together with the identifiers for the node.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Finally, the near-RT RIC processes this information and replies with an </a:t>
            </a:r>
            <a:r>
              <a:rPr lang="en-US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E2 setup response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43ADFD-B26F-4FFE-9880-F3FEB4651AC1}"/>
              </a:ext>
            </a:extLst>
          </p:cNvPr>
          <p:cNvSpPr/>
          <p:nvPr/>
        </p:nvSpPr>
        <p:spPr>
          <a:xfrm>
            <a:off x="8492413" y="5949280"/>
            <a:ext cx="29170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>
                <a:latin typeface="Calibri" panose="020F0502020204030204" pitchFamily="34" charset="0"/>
                <a:cs typeface="Calibri" panose="020F0502020204030204" pitchFamily="34" charset="0"/>
              </a:rPr>
              <a:t>SCTP: Stream Control Transmission Protocol</a:t>
            </a:r>
            <a:endParaRPr lang="zh-TW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82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Introduction (10/14)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823823"/>
            <a:ext cx="10776600" cy="5773529"/>
          </a:xfrm>
        </p:spPr>
        <p:txBody>
          <a:bodyPr/>
          <a:lstStyle/>
          <a:p>
            <a:pPr marL="457200" indent="-457200" algn="ctr">
              <a:buFont typeface="+mj-lt"/>
              <a:buAutoNum type="alphaUcPeriod" startAt="4"/>
            </a:pPr>
            <a:r>
              <a:rPr lang="en-US" altLang="zh-TW" sz="2000" i="1" dirty="0"/>
              <a:t>E2</a:t>
            </a:r>
            <a:r>
              <a:rPr lang="zh-TW" altLang="en-US" sz="2000" i="1" dirty="0"/>
              <a:t> </a:t>
            </a:r>
            <a:r>
              <a:rPr lang="en-US" altLang="zh-TW" sz="2000" i="1" dirty="0"/>
              <a:t>interface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zh-TW" sz="2000" dirty="0"/>
              <a:t>After the connection is established, the E2AP (E2 Application Protocol) provides four services,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b="1" dirty="0">
                <a:solidFill>
                  <a:srgbClr val="0066FF"/>
                </a:solidFill>
              </a:rPr>
              <a:t>E2 Report:</a:t>
            </a:r>
          </a:p>
          <a:p>
            <a:pPr lvl="2">
              <a:buFont typeface="Times New Roman" panose="02020603050405020304" pitchFamily="18" charset="0"/>
              <a:buChar char="•"/>
            </a:pPr>
            <a:r>
              <a:rPr lang="en-US" altLang="zh-TW" sz="1600" dirty="0"/>
              <a:t>The E2 report service sends data from an E2 node to an xApp in the near-RT RIC.</a:t>
            </a:r>
          </a:p>
          <a:p>
            <a:pPr lvl="2">
              <a:buFont typeface="Times New Roman" panose="02020603050405020304" pitchFamily="18" charset="0"/>
              <a:buChar char="•"/>
            </a:pPr>
            <a:r>
              <a:rPr lang="en-US" altLang="zh-TW" sz="1600" dirty="0"/>
              <a:t>Subscription triggers or periodicity determine when the E2 node sends report messages containing telemetry data.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b="1" dirty="0">
                <a:solidFill>
                  <a:srgbClr val="0066FF"/>
                </a:solidFill>
              </a:rPr>
              <a:t>E2 Insert:</a:t>
            </a:r>
          </a:p>
          <a:p>
            <a:pPr lvl="2">
              <a:buFont typeface="Times New Roman" panose="02020603050405020304" pitchFamily="18" charset="0"/>
              <a:buChar char="•"/>
            </a:pPr>
            <a:r>
              <a:rPr lang="en-US" altLang="zh-TW" sz="1600" dirty="0"/>
              <a:t>The insert service notifies the near-RT RIC xApp about </a:t>
            </a:r>
            <a:r>
              <a:rPr lang="en-US" altLang="zh-TW" sz="1600" b="1" dirty="0"/>
              <a:t>specific E2 node events</a:t>
            </a:r>
            <a:r>
              <a:rPr lang="en-US" altLang="zh-TW" sz="1600" dirty="0"/>
              <a:t>, such as a potential handover signaled by a UE (user equipment).</a:t>
            </a:r>
          </a:p>
          <a:p>
            <a:pPr lvl="2">
              <a:buFont typeface="Times New Roman" panose="02020603050405020304" pitchFamily="18" charset="0"/>
              <a:buChar char="•"/>
            </a:pPr>
            <a:r>
              <a:rPr lang="en-US" altLang="zh-TW" sz="1600" dirty="0"/>
              <a:t>Upon the E2 node sending the insert message, a wait timer also begins, and if the RIC doesn't respond before it ends, the E2 node procedure can resume or be definitively halted.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b="1" dirty="0">
                <a:solidFill>
                  <a:srgbClr val="0066FF"/>
                </a:solidFill>
              </a:rPr>
              <a:t>E2 Control:</a:t>
            </a:r>
          </a:p>
          <a:p>
            <a:pPr lvl="2"/>
            <a:r>
              <a:rPr lang="en-US" altLang="zh-TW" sz="1600" dirty="0"/>
              <a:t>The control service can be initiated by the RIC or triggered by receiving an insert message at the near-RT RIC.</a:t>
            </a:r>
            <a:endParaRPr lang="en-US" altLang="zh-TW" sz="1600" b="1" dirty="0">
              <a:solidFill>
                <a:srgbClr val="0070C0"/>
              </a:solidFill>
            </a:endParaRPr>
          </a:p>
          <a:p>
            <a:pPr lvl="2"/>
            <a:r>
              <a:rPr lang="en-US" altLang="zh-TW" sz="1600" dirty="0"/>
              <a:t>It involves two messages: a RIC Control Request from RIC to E2 nodes, and a reverse RIC Control Acknowledge.</a:t>
            </a:r>
            <a:endParaRPr lang="en-US" altLang="zh-TW" sz="1600" b="1" dirty="0">
              <a:solidFill>
                <a:srgbClr val="0070C0"/>
              </a:solidFill>
            </a:endParaRP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b="1" dirty="0">
                <a:solidFill>
                  <a:srgbClr val="0066FF"/>
                </a:solidFill>
              </a:rPr>
              <a:t>E2 Policy:</a:t>
            </a:r>
          </a:p>
          <a:p>
            <a:pPr lvl="2"/>
            <a:r>
              <a:rPr lang="en-US" altLang="zh-TW" sz="1600" dirty="0"/>
              <a:t>This service involves a subscription procedure that specifies: (i) an event trigger; and (ii) a policy that the E2 node should autonomously follow to perform radio resource management.</a:t>
            </a:r>
          </a:p>
          <a:p>
            <a:r>
              <a:rPr lang="en-US" altLang="zh-TW" sz="2000" dirty="0"/>
              <a:t>These services are then combined to create a service model.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12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2580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Introduction (11/14)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04284" y="823823"/>
            <a:ext cx="6888168" cy="5773529"/>
          </a:xfrm>
        </p:spPr>
        <p:txBody>
          <a:bodyPr/>
          <a:lstStyle/>
          <a:p>
            <a:pPr marL="457200" indent="-457200" algn="ctr">
              <a:buFont typeface="+mj-lt"/>
              <a:buAutoNum type="alphaUcPeriod" startAt="4"/>
            </a:pPr>
            <a:r>
              <a:rPr lang="en-US" altLang="zh-TW" sz="2000" i="1" dirty="0"/>
              <a:t>E2</a:t>
            </a:r>
            <a:r>
              <a:rPr lang="zh-TW" altLang="en-US" sz="2000" i="1" dirty="0"/>
              <a:t> </a:t>
            </a:r>
            <a:r>
              <a:rPr lang="en-US" altLang="zh-TW" sz="2000" i="1" dirty="0"/>
              <a:t>interface</a:t>
            </a:r>
          </a:p>
          <a:p>
            <a:r>
              <a:rPr lang="en-US" altLang="zh-TW" sz="2000" dirty="0"/>
              <a:t>An example of E2 message exchange between an E2 node and a near-RT RIC xApp in a standard control procedure.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dirty="0">
                <a:solidFill>
                  <a:srgbClr val="0066FF"/>
                </a:solidFill>
              </a:rPr>
              <a:t>First, the xApp </a:t>
            </a:r>
            <a:r>
              <a:rPr lang="en-US" altLang="zh-TW" sz="1800" b="1" dirty="0">
                <a:solidFill>
                  <a:srgbClr val="0066FF"/>
                </a:solidFill>
              </a:rPr>
              <a:t>subscribes</a:t>
            </a:r>
            <a:r>
              <a:rPr lang="en-US" altLang="zh-TW" sz="1800" dirty="0">
                <a:solidFill>
                  <a:srgbClr val="0066FF"/>
                </a:solidFill>
              </a:rPr>
              <a:t> to the E2 node, which needs to expose a specific RAN function called </a:t>
            </a:r>
            <a:r>
              <a:rPr lang="en-US" altLang="zh-TW" sz="1800" i="1" dirty="0">
                <a:solidFill>
                  <a:srgbClr val="0066FF"/>
                </a:solidFill>
              </a:rPr>
              <a:t>RAN control</a:t>
            </a:r>
            <a:r>
              <a:rPr lang="en-US" altLang="zh-TW" sz="1800" dirty="0">
                <a:solidFill>
                  <a:srgbClr val="0066FF"/>
                </a:solidFill>
              </a:rPr>
              <a:t>.</a:t>
            </a:r>
          </a:p>
          <a:p>
            <a:pPr lvl="2">
              <a:buFont typeface="Times New Roman" panose="02020603050405020304" pitchFamily="18" charset="0"/>
              <a:buChar char="•"/>
            </a:pPr>
            <a:r>
              <a:rPr lang="en-US" altLang="zh-TW" sz="1600" dirty="0"/>
              <a:t>During the subscription phase, the xApp can specify a triggering event or a timer.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dirty="0">
                <a:solidFill>
                  <a:srgbClr val="0066FF"/>
                </a:solidFill>
              </a:rPr>
              <a:t>Then, if the timer expires or the condition defined in the trigger is verified, the E2 node sends an E2 control request insert message to the RIC.</a:t>
            </a:r>
          </a:p>
          <a:p>
            <a:pPr lvl="2">
              <a:buFont typeface="Calibri" panose="020F0502020204030204" pitchFamily="34" charset="0"/>
              <a:buChar char="▪"/>
            </a:pPr>
            <a:r>
              <a:rPr lang="en-US" altLang="zh-TW" sz="1600" dirty="0"/>
              <a:t>At the same time, the E2 node suspends the radio resource management procedure, and starts a timer.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dirty="0">
                <a:solidFill>
                  <a:srgbClr val="0066FF"/>
                </a:solidFill>
              </a:rPr>
              <a:t>Three different outcomes will follow:</a:t>
            </a:r>
          </a:p>
          <a:p>
            <a:pPr lvl="2">
              <a:buFont typeface="Calibri" panose="020F0502020204030204" pitchFamily="34" charset="0"/>
              <a:buChar char="▪"/>
            </a:pPr>
            <a:r>
              <a:rPr lang="en-US" altLang="zh-TW" sz="1600" dirty="0"/>
              <a:t>The RIC can reply with an E2 control message that </a:t>
            </a:r>
            <a:r>
              <a:rPr lang="en-US" altLang="zh-TW" sz="1600" b="1" dirty="0"/>
              <a:t>denies</a:t>
            </a:r>
            <a:r>
              <a:rPr lang="en-US" altLang="zh-TW" sz="1600" dirty="0"/>
              <a:t> the control request or </a:t>
            </a:r>
            <a:r>
              <a:rPr lang="en-US" altLang="zh-TW" sz="1600" b="1" dirty="0"/>
              <a:t>accepts</a:t>
            </a:r>
            <a:r>
              <a:rPr lang="en-US" altLang="zh-TW" sz="1600" dirty="0"/>
              <a:t> it and replies with a control action.</a:t>
            </a:r>
          </a:p>
          <a:p>
            <a:pPr lvl="2">
              <a:buFont typeface="Times New Roman" panose="02020603050405020304" pitchFamily="18" charset="0"/>
              <a:buChar char="•"/>
            </a:pPr>
            <a:r>
              <a:rPr lang="en-US" altLang="zh-TW" sz="1600" dirty="0"/>
              <a:t>If the E2 node timer expires before the reception of a message from the RIC, the procedure may </a:t>
            </a:r>
            <a:r>
              <a:rPr lang="en-US" altLang="zh-TW" sz="1600" b="1" dirty="0"/>
              <a:t>continue</a:t>
            </a:r>
            <a:r>
              <a:rPr lang="en-US" altLang="zh-TW" sz="1600" dirty="0"/>
              <a:t> autonomously, or it may be </a:t>
            </a:r>
            <a:r>
              <a:rPr lang="en-US" altLang="zh-TW" sz="1600" b="1" dirty="0"/>
              <a:t>halted</a:t>
            </a:r>
            <a:r>
              <a:rPr lang="en-US" altLang="zh-TW" sz="1600" dirty="0"/>
              <a:t>.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13</a:t>
            </a:fld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DB19015-6589-44E4-A63A-AEFFD1859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468" y="1251772"/>
            <a:ext cx="3388124" cy="4354455"/>
          </a:xfrm>
          <a:prstGeom prst="rect">
            <a:avLst/>
          </a:prstGeom>
        </p:spPr>
      </p:pic>
      <p:sp>
        <p:nvSpPr>
          <p:cNvPr id="9" name="箭號: 五邊形 8">
            <a:extLst>
              <a:ext uri="{FF2B5EF4-FFF2-40B4-BE49-F238E27FC236}">
                <a16:creationId xmlns:a16="http://schemas.microsoft.com/office/drawing/2014/main" id="{7EF8FE57-918B-48BC-84AE-FD48191F187B}"/>
              </a:ext>
            </a:extLst>
          </p:cNvPr>
          <p:cNvSpPr/>
          <p:nvPr/>
        </p:nvSpPr>
        <p:spPr>
          <a:xfrm>
            <a:off x="547636" y="1849586"/>
            <a:ext cx="934936" cy="268984"/>
          </a:xfrm>
          <a:prstGeom prst="homePlat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bg1"/>
                </a:solidFill>
                <a:latin typeface="Titillium"/>
                <a:ea typeface="Microsoft JhengHei UI" panose="020B0604030504040204" pitchFamily="34" charset="-120"/>
              </a:rPr>
              <a:t>E2 report</a:t>
            </a:r>
            <a:endParaRPr lang="zh-TW" altLang="en-US" sz="1200" b="1" dirty="0">
              <a:solidFill>
                <a:schemeClr val="bg1"/>
              </a:solidFill>
              <a:latin typeface="Titillium"/>
              <a:ea typeface="Microsoft JhengHei UI" panose="020B0604030504040204" pitchFamily="34" charset="-120"/>
            </a:endParaRPr>
          </a:p>
        </p:txBody>
      </p:sp>
      <p:sp>
        <p:nvSpPr>
          <p:cNvPr id="10" name="箭號: 五邊形 9">
            <a:extLst>
              <a:ext uri="{FF2B5EF4-FFF2-40B4-BE49-F238E27FC236}">
                <a16:creationId xmlns:a16="http://schemas.microsoft.com/office/drawing/2014/main" id="{B1C94B6F-99B3-4444-A0A8-BC0C99E1DE4E}"/>
              </a:ext>
            </a:extLst>
          </p:cNvPr>
          <p:cNvSpPr/>
          <p:nvPr/>
        </p:nvSpPr>
        <p:spPr>
          <a:xfrm>
            <a:off x="547636" y="2914932"/>
            <a:ext cx="934936" cy="268984"/>
          </a:xfrm>
          <a:prstGeom prst="homePlat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altLang="zh-TW" sz="1200" b="1" dirty="0">
                <a:latin typeface="Titillium"/>
                <a:ea typeface="Microsoft JhengHei UI" panose="020B0604030504040204" pitchFamily="34" charset="-120"/>
              </a:rPr>
              <a:t>E2 insert</a:t>
            </a:r>
            <a:endParaRPr lang="zh-TW" altLang="en-US" sz="1200" b="1" dirty="0">
              <a:latin typeface="Titillium"/>
              <a:ea typeface="Microsoft JhengHei UI" panose="020B0604030504040204" pitchFamily="34" charset="-120"/>
            </a:endParaRPr>
          </a:p>
        </p:txBody>
      </p:sp>
      <p:sp>
        <p:nvSpPr>
          <p:cNvPr id="11" name="箭號: 五邊形 10">
            <a:extLst>
              <a:ext uri="{FF2B5EF4-FFF2-40B4-BE49-F238E27FC236}">
                <a16:creationId xmlns:a16="http://schemas.microsoft.com/office/drawing/2014/main" id="{47F62769-347F-4416-8B5A-BC442ABB3D05}"/>
              </a:ext>
            </a:extLst>
          </p:cNvPr>
          <p:cNvSpPr/>
          <p:nvPr/>
        </p:nvSpPr>
        <p:spPr>
          <a:xfrm>
            <a:off x="547636" y="4221088"/>
            <a:ext cx="934936" cy="268984"/>
          </a:xfrm>
          <a:prstGeom prst="homePlat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altLang="zh-TW" sz="1200" b="1" dirty="0">
                <a:latin typeface="Titillium"/>
                <a:ea typeface="Microsoft JhengHei UI" panose="020B0604030504040204" pitchFamily="34" charset="-120"/>
              </a:rPr>
              <a:t>E2 control</a:t>
            </a:r>
            <a:endParaRPr lang="zh-TW" altLang="en-US" sz="1200" b="1" dirty="0">
              <a:latin typeface="Titillium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9782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Introduction (12/14)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823823"/>
            <a:ext cx="10632584" cy="5773529"/>
          </a:xfrm>
        </p:spPr>
        <p:txBody>
          <a:bodyPr/>
          <a:lstStyle/>
          <a:p>
            <a:pPr marL="457200" indent="-457200" algn="ctr">
              <a:buFont typeface="+mj-lt"/>
              <a:buAutoNum type="alphaUcPeriod" startAt="5"/>
            </a:pPr>
            <a:r>
              <a:rPr lang="en-US" altLang="zh-TW" sz="1800" i="1" dirty="0"/>
              <a:t>ML Workflow with RIC: Non-RT RIC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14</a:t>
            </a:fld>
            <a:endParaRPr kumimoji="1" lang="zh-TW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4DC4735D-93BA-4AA9-8A08-DC1433A60B4A}"/>
              </a:ext>
            </a:extLst>
          </p:cNvPr>
          <p:cNvGrpSpPr/>
          <p:nvPr/>
        </p:nvGrpSpPr>
        <p:grpSpPr>
          <a:xfrm>
            <a:off x="2056535" y="1196752"/>
            <a:ext cx="8078931" cy="5279995"/>
            <a:chOff x="2054096" y="1000693"/>
            <a:chExt cx="8078931" cy="527999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799ACAB-67DA-4F58-BF0B-E4D556D0990B}"/>
                </a:ext>
              </a:extLst>
            </p:cNvPr>
            <p:cNvSpPr/>
            <p:nvPr/>
          </p:nvSpPr>
          <p:spPr>
            <a:xfrm>
              <a:off x="2312340" y="1113111"/>
              <a:ext cx="4147831" cy="5167577"/>
            </a:xfrm>
            <a:prstGeom prst="rect">
              <a:avLst/>
            </a:prstGeom>
            <a:solidFill>
              <a:srgbClr val="4F81BD">
                <a:lumMod val="40000"/>
                <a:lumOff val="60000"/>
              </a:srgbClr>
            </a:solidFill>
            <a:ln w="25400" cap="flat" cmpd="sng" algn="ctr">
              <a:solidFill>
                <a:srgbClr val="4F81BD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5AADE6CE-F1B2-4356-B131-61F043AE73F2}"/>
                </a:ext>
              </a:extLst>
            </p:cNvPr>
            <p:cNvSpPr txBox="1"/>
            <p:nvPr/>
          </p:nvSpPr>
          <p:spPr>
            <a:xfrm>
              <a:off x="7133883" y="1334657"/>
              <a:ext cx="1280831" cy="276999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Near-RT RIC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4A69BEC5-BA23-4C85-805A-5D2155AABF0F}"/>
                </a:ext>
              </a:extLst>
            </p:cNvPr>
            <p:cNvSpPr txBox="1"/>
            <p:nvPr/>
          </p:nvSpPr>
          <p:spPr>
            <a:xfrm>
              <a:off x="9274596" y="1334657"/>
              <a:ext cx="858431" cy="276999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E2 nodes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/>
              </a:endParaRPr>
            </a:p>
          </p:txBody>
        </p: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62AF8823-C341-4831-B527-E8BA401EAD64}"/>
                </a:ext>
              </a:extLst>
            </p:cNvPr>
            <p:cNvCxnSpPr>
              <a:cxnSpLocks/>
              <a:stCxn id="52" idx="2"/>
              <a:endCxn id="49" idx="0"/>
            </p:cNvCxnSpPr>
            <p:nvPr/>
          </p:nvCxnSpPr>
          <p:spPr>
            <a:xfrm>
              <a:off x="5608502" y="1632725"/>
              <a:ext cx="0" cy="4064689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40FDF7F9-C7A4-4F4A-87E8-A5816D6A6630}"/>
                </a:ext>
              </a:extLst>
            </p:cNvPr>
            <p:cNvCxnSpPr>
              <a:cxnSpLocks/>
              <a:stCxn id="9" idx="2"/>
              <a:endCxn id="14" idx="0"/>
            </p:cNvCxnSpPr>
            <p:nvPr/>
          </p:nvCxnSpPr>
          <p:spPr>
            <a:xfrm>
              <a:off x="7774299" y="1611656"/>
              <a:ext cx="1386" cy="4122545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9C3F07DD-B6B2-4680-9B5D-A15014C5A7D6}"/>
                </a:ext>
              </a:extLst>
            </p:cNvPr>
            <p:cNvCxnSpPr>
              <a:cxnSpLocks/>
              <a:stCxn id="10" idx="2"/>
              <a:endCxn id="15" idx="0"/>
            </p:cNvCxnSpPr>
            <p:nvPr/>
          </p:nvCxnSpPr>
          <p:spPr>
            <a:xfrm flipH="1">
              <a:off x="9703811" y="1611656"/>
              <a:ext cx="1" cy="4122545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319A7FB0-C697-45A6-AB20-A15B24BB10C4}"/>
                </a:ext>
              </a:extLst>
            </p:cNvPr>
            <p:cNvSpPr txBox="1"/>
            <p:nvPr/>
          </p:nvSpPr>
          <p:spPr>
            <a:xfrm>
              <a:off x="7136655" y="5734201"/>
              <a:ext cx="1278059" cy="276999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Near-RT RIC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/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CD4ACB72-058B-4686-9F3F-6FF22F033A1C}"/>
                </a:ext>
              </a:extLst>
            </p:cNvPr>
            <p:cNvSpPr txBox="1"/>
            <p:nvPr/>
          </p:nvSpPr>
          <p:spPr>
            <a:xfrm>
              <a:off x="9274595" y="5734201"/>
              <a:ext cx="858431" cy="276999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E2 nodes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/>
              </a:endParaRPr>
            </a:p>
          </p:txBody>
        </p:sp>
        <p:sp>
          <p:nvSpPr>
            <p:cNvPr id="16" name="流程圖: 磁碟 15">
              <a:extLst>
                <a:ext uri="{FF2B5EF4-FFF2-40B4-BE49-F238E27FC236}">
                  <a16:creationId xmlns:a16="http://schemas.microsoft.com/office/drawing/2014/main" id="{F56C8094-B9A9-4F01-A483-C825C0F93222}"/>
                </a:ext>
              </a:extLst>
            </p:cNvPr>
            <p:cNvSpPr/>
            <p:nvPr/>
          </p:nvSpPr>
          <p:spPr>
            <a:xfrm>
              <a:off x="2468689" y="1294171"/>
              <a:ext cx="895054" cy="414853"/>
            </a:xfrm>
            <a:prstGeom prst="flowChartMagneticDisk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新細明體"/>
                  <a:cs typeface="+mn-cs"/>
                </a:rPr>
                <a:t>Database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endParaRPr>
            </a:p>
          </p:txBody>
        </p:sp>
        <p:sp>
          <p:nvSpPr>
            <p:cNvPr id="17" name="流程圖: 磁碟 16">
              <a:extLst>
                <a:ext uri="{FF2B5EF4-FFF2-40B4-BE49-F238E27FC236}">
                  <a16:creationId xmlns:a16="http://schemas.microsoft.com/office/drawing/2014/main" id="{FE3A5710-CD75-479F-8C0E-DA3BC06D4F2D}"/>
                </a:ext>
              </a:extLst>
            </p:cNvPr>
            <p:cNvSpPr/>
            <p:nvPr/>
          </p:nvSpPr>
          <p:spPr>
            <a:xfrm>
              <a:off x="2468689" y="5691273"/>
              <a:ext cx="895054" cy="414853"/>
            </a:xfrm>
            <a:prstGeom prst="flowChartMagneticDisk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新細明體"/>
                  <a:cs typeface="+mn-cs"/>
                </a:rPr>
                <a:t>Database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endParaRPr>
            </a:p>
          </p:txBody>
        </p: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96C49320-F6A7-485B-80F4-C65EB9C6EF87}"/>
                </a:ext>
              </a:extLst>
            </p:cNvPr>
            <p:cNvCxnSpPr>
              <a:cxnSpLocks/>
              <a:stCxn id="16" idx="3"/>
              <a:endCxn id="17" idx="1"/>
            </p:cNvCxnSpPr>
            <p:nvPr/>
          </p:nvCxnSpPr>
          <p:spPr>
            <a:xfrm>
              <a:off x="2916216" y="1709024"/>
              <a:ext cx="0" cy="3982249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6857215A-AE29-4967-88C4-B32C54391144}"/>
                </a:ext>
              </a:extLst>
            </p:cNvPr>
            <p:cNvSpPr txBox="1"/>
            <p:nvPr/>
          </p:nvSpPr>
          <p:spPr>
            <a:xfrm>
              <a:off x="5929497" y="1838792"/>
              <a:ext cx="2020105" cy="276999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新細明體"/>
                </a:rPr>
                <a:t>1.</a:t>
              </a: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  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&lt;</a:t>
              </a: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A1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&gt;</a:t>
              </a: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 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Deploy MLB xApp.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/>
              </a:endParaRPr>
            </a:p>
          </p:txBody>
        </p: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42C7CDDA-7275-460C-BCB6-DDD6EAB93AE3}"/>
                </a:ext>
              </a:extLst>
            </p:cNvPr>
            <p:cNvCxnSpPr>
              <a:cxnSpLocks/>
            </p:cNvCxnSpPr>
            <p:nvPr/>
          </p:nvCxnSpPr>
          <p:spPr>
            <a:xfrm>
              <a:off x="2916217" y="2835561"/>
              <a:ext cx="1249716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F1782760-55A4-48FD-B555-195987A4D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6217" y="2337248"/>
              <a:ext cx="6787594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B332ED3F-04E4-41F1-B217-06F2A042295B}"/>
                </a:ext>
              </a:extLst>
            </p:cNvPr>
            <p:cNvCxnSpPr>
              <a:cxnSpLocks/>
              <a:stCxn id="34" idx="2"/>
              <a:endCxn id="38" idx="0"/>
            </p:cNvCxnSpPr>
            <p:nvPr/>
          </p:nvCxnSpPr>
          <p:spPr>
            <a:xfrm>
              <a:off x="4165933" y="1739384"/>
              <a:ext cx="0" cy="389656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73768C50-4B72-4D59-AF0B-96BC0876A527}"/>
                </a:ext>
              </a:extLst>
            </p:cNvPr>
            <p:cNvSpPr txBox="1"/>
            <p:nvPr/>
          </p:nvSpPr>
          <p:spPr>
            <a:xfrm>
              <a:off x="4213447" y="2900712"/>
              <a:ext cx="2084225" cy="276999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新細明體"/>
                </a:rPr>
                <a:t>4.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 &lt;</a:t>
              </a: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A1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&gt;Trigger ML inference.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/>
              </a:endParaRPr>
            </a:p>
          </p:txBody>
        </p: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DA428FD2-B6EC-4576-87DC-512BA8136CAD}"/>
                </a:ext>
              </a:extLst>
            </p:cNvPr>
            <p:cNvCxnSpPr>
              <a:cxnSpLocks/>
            </p:cNvCxnSpPr>
            <p:nvPr/>
          </p:nvCxnSpPr>
          <p:spPr>
            <a:xfrm>
              <a:off x="4165933" y="3233920"/>
              <a:ext cx="1435263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25" name="直線接點 24">
              <a:extLst>
                <a:ext uri="{FF2B5EF4-FFF2-40B4-BE49-F238E27FC236}">
                  <a16:creationId xmlns:a16="http://schemas.microsoft.com/office/drawing/2014/main" id="{9C8CED1D-4A66-429B-A30D-3D6F0871FA13}"/>
                </a:ext>
              </a:extLst>
            </p:cNvPr>
            <p:cNvCxnSpPr/>
            <p:nvPr/>
          </p:nvCxnSpPr>
          <p:spPr>
            <a:xfrm>
              <a:off x="5601196" y="4045222"/>
              <a:ext cx="276594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8746A352-B90F-4F20-9AA1-1EE3AFC12E5C}"/>
                </a:ext>
              </a:extLst>
            </p:cNvPr>
            <p:cNvCxnSpPr/>
            <p:nvPr/>
          </p:nvCxnSpPr>
          <p:spPr>
            <a:xfrm>
              <a:off x="5877790" y="4045222"/>
              <a:ext cx="0" cy="27749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F2F92251-AD0E-48D3-B7E7-57A2A2D5142B}"/>
                </a:ext>
              </a:extLst>
            </p:cNvPr>
            <p:cNvCxnSpPr/>
            <p:nvPr/>
          </p:nvCxnSpPr>
          <p:spPr>
            <a:xfrm flipH="1">
              <a:off x="5601196" y="4322712"/>
              <a:ext cx="276594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1D58672F-DE76-4010-A398-8C015B3F4145}"/>
                </a:ext>
              </a:extLst>
            </p:cNvPr>
            <p:cNvSpPr/>
            <p:nvPr/>
          </p:nvSpPr>
          <p:spPr>
            <a:xfrm>
              <a:off x="5929497" y="4049978"/>
              <a:ext cx="2126317" cy="276999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square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200" kern="0" dirty="0">
                  <a:solidFill>
                    <a:srgbClr val="FF0000"/>
                  </a:solidFill>
                  <a:ea typeface="新細明體"/>
                </a:rPr>
                <a:t>6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新細明體"/>
                </a:rPr>
                <a:t>.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 Decision of optimized action.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8E14813B-DD34-4AB2-B07D-90F39AD6476A}"/>
                </a:ext>
              </a:extLst>
            </p:cNvPr>
            <p:cNvSpPr/>
            <p:nvPr/>
          </p:nvSpPr>
          <p:spPr>
            <a:xfrm>
              <a:off x="7800716" y="5301208"/>
              <a:ext cx="2017627" cy="276999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新細明體"/>
                </a:rPr>
                <a:t>8.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 &lt;</a:t>
              </a: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E2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&gt; Action enforcement. </a:t>
              </a:r>
            </a:p>
          </p:txBody>
        </p: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5FC6BF11-CC99-4796-8B68-41D7527324F0}"/>
                </a:ext>
              </a:extLst>
            </p:cNvPr>
            <p:cNvCxnSpPr>
              <a:cxnSpLocks/>
            </p:cNvCxnSpPr>
            <p:nvPr/>
          </p:nvCxnSpPr>
          <p:spPr>
            <a:xfrm>
              <a:off x="7774113" y="5269006"/>
              <a:ext cx="1939676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461AFB3C-A900-4397-9980-EF70A69D4015}"/>
                </a:ext>
              </a:extLst>
            </p:cNvPr>
            <p:cNvSpPr txBox="1"/>
            <p:nvPr/>
          </p:nvSpPr>
          <p:spPr>
            <a:xfrm>
              <a:off x="2965298" y="2001522"/>
              <a:ext cx="1726755" cy="276999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新細明體"/>
                </a:rPr>
                <a:t>2.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 &lt;</a:t>
              </a: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O1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&gt; Data collection.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/>
              </a:endParaRPr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46B05DAF-0A98-444E-8D70-2A71B8132A0D}"/>
                </a:ext>
              </a:extLst>
            </p:cNvPr>
            <p:cNvSpPr txBox="1"/>
            <p:nvPr/>
          </p:nvSpPr>
          <p:spPr>
            <a:xfrm>
              <a:off x="2965298" y="2493686"/>
              <a:ext cx="2140330" cy="276999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新細明體"/>
                </a:rPr>
                <a:t>3.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 Retrieve data for monitoring.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/>
              </a:endParaRPr>
            </a:p>
          </p:txBody>
        </p:sp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91C90F3F-0137-47F9-8619-9B49E71C5431}"/>
                </a:ext>
              </a:extLst>
            </p:cNvPr>
            <p:cNvGrpSpPr/>
            <p:nvPr/>
          </p:nvGrpSpPr>
          <p:grpSpPr>
            <a:xfrm>
              <a:off x="4968123" y="1294171"/>
              <a:ext cx="1315053" cy="350964"/>
              <a:chOff x="4575319" y="1527819"/>
              <a:chExt cx="1315053" cy="350964"/>
            </a:xfrm>
          </p:grpSpPr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3B8A8C47-947F-4C64-BD0C-A5A3812F3D66}"/>
                  </a:ext>
                </a:extLst>
              </p:cNvPr>
              <p:cNvSpPr txBox="1"/>
              <p:nvPr/>
            </p:nvSpPr>
            <p:spPr>
              <a:xfrm>
                <a:off x="4575319" y="1527819"/>
                <a:ext cx="1280758" cy="338554"/>
              </a:xfrm>
              <a:prstGeom prst="rect">
                <a:avLst/>
              </a:prstGeom>
              <a:noFill/>
              <a:ln w="19050">
                <a:solidFill>
                  <a:sysClr val="windowText" lastClr="0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endParaRP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A38529EC-6E87-4537-8D64-CE4C201F7141}"/>
                  </a:ext>
                </a:extLst>
              </p:cNvPr>
              <p:cNvSpPr/>
              <p:nvPr/>
            </p:nvSpPr>
            <p:spPr>
              <a:xfrm>
                <a:off x="4661185" y="1591082"/>
                <a:ext cx="362274" cy="2112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3EA9BB9B-D445-4089-828B-56FEB5A12FA5}"/>
                  </a:ext>
                </a:extLst>
              </p:cNvPr>
              <p:cNvSpPr txBox="1"/>
              <p:nvPr/>
            </p:nvSpPr>
            <p:spPr>
              <a:xfrm>
                <a:off x="4989164" y="1663339"/>
                <a:ext cx="90120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TW" sz="1000" b="1" dirty="0">
                    <a:latin typeface="+mj-lt"/>
                    <a:ea typeface="Microsoft JhengHei UI" panose="020B0604030504040204" pitchFamily="34" charset="-120"/>
                  </a:rPr>
                  <a:t>Non-RT RIC</a:t>
                </a:r>
                <a:endParaRPr lang="zh-TW" altLang="en-US" sz="1000" b="1" dirty="0">
                  <a:latin typeface="+mj-lt"/>
                  <a:ea typeface="Microsoft JhengHei UI" panose="020B0604030504040204" pitchFamily="34" charset="-120"/>
                </a:endParaRPr>
              </a:p>
            </p:txBody>
          </p:sp>
        </p:grp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15FC852B-5A1B-46C7-BFAC-2E82B93426CB}"/>
                </a:ext>
              </a:extLst>
            </p:cNvPr>
            <p:cNvSpPr/>
            <p:nvPr/>
          </p:nvSpPr>
          <p:spPr>
            <a:xfrm>
              <a:off x="3686554" y="1232708"/>
              <a:ext cx="958757" cy="50667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kern="0" dirty="0">
                  <a:solidFill>
                    <a:prstClr val="black"/>
                  </a:solidFill>
                  <a:ea typeface="新細明體"/>
                </a:rPr>
                <a:t>Continuous Operation</a:t>
              </a:r>
              <a:endParaRPr lang="zh-TW" altLang="en-US" sz="1200" b="1" kern="0" dirty="0">
                <a:solidFill>
                  <a:prstClr val="black"/>
                </a:solidFill>
                <a:ea typeface="新細明體"/>
              </a:endParaRPr>
            </a:p>
          </p:txBody>
        </p:sp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96FB1A44-A447-4BC6-81B1-19BD8A3DC8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40483" y="1237346"/>
              <a:ext cx="410404" cy="111041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D64A4835-0C8D-4109-9D78-0C22046C17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0482" y="1576716"/>
              <a:ext cx="416398" cy="162668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E63435DF-DC02-40C8-B8B1-141AABD53FB4}"/>
                </a:ext>
              </a:extLst>
            </p:cNvPr>
            <p:cNvGrpSpPr/>
            <p:nvPr/>
          </p:nvGrpSpPr>
          <p:grpSpPr>
            <a:xfrm>
              <a:off x="4968123" y="5697414"/>
              <a:ext cx="1315053" cy="350964"/>
              <a:chOff x="4575319" y="1527819"/>
              <a:chExt cx="1315053" cy="350964"/>
            </a:xfrm>
          </p:grpSpPr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DF2C4C10-6980-48A1-9D51-F5C6F711B4D4}"/>
                  </a:ext>
                </a:extLst>
              </p:cNvPr>
              <p:cNvSpPr txBox="1"/>
              <p:nvPr/>
            </p:nvSpPr>
            <p:spPr>
              <a:xfrm>
                <a:off x="4575319" y="1527819"/>
                <a:ext cx="1280758" cy="338554"/>
              </a:xfrm>
              <a:prstGeom prst="rect">
                <a:avLst/>
              </a:prstGeom>
              <a:noFill/>
              <a:ln w="19050">
                <a:solidFill>
                  <a:sysClr val="windowText" lastClr="0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endParaRPr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0CA91642-118E-4338-882A-A3745AD23269}"/>
                  </a:ext>
                </a:extLst>
              </p:cNvPr>
              <p:cNvSpPr/>
              <p:nvPr/>
            </p:nvSpPr>
            <p:spPr>
              <a:xfrm>
                <a:off x="4661185" y="1591082"/>
                <a:ext cx="362274" cy="2112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0AC35C19-ED7C-4571-A11E-68FD5D79FDA7}"/>
                  </a:ext>
                </a:extLst>
              </p:cNvPr>
              <p:cNvSpPr txBox="1"/>
              <p:nvPr/>
            </p:nvSpPr>
            <p:spPr>
              <a:xfrm>
                <a:off x="4989164" y="1663339"/>
                <a:ext cx="90120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TW" sz="1000" b="1" dirty="0">
                    <a:latin typeface="+mj-lt"/>
                    <a:ea typeface="Microsoft JhengHei UI" panose="020B0604030504040204" pitchFamily="34" charset="-120"/>
                  </a:rPr>
                  <a:t>Non-RT RIC</a:t>
                </a:r>
                <a:endParaRPr lang="zh-TW" altLang="en-US" sz="1000" b="1" dirty="0">
                  <a:latin typeface="+mj-lt"/>
                  <a:ea typeface="Microsoft JhengHei UI" panose="020B0604030504040204" pitchFamily="34" charset="-120"/>
                </a:endParaRPr>
              </a:p>
            </p:txBody>
          </p:sp>
        </p:grp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4266B0CD-EB97-42A6-A651-5B4CF7B03B50}"/>
                </a:ext>
              </a:extLst>
            </p:cNvPr>
            <p:cNvSpPr/>
            <p:nvPr/>
          </p:nvSpPr>
          <p:spPr>
            <a:xfrm>
              <a:off x="3686554" y="5635951"/>
              <a:ext cx="958757" cy="50667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kern="0" dirty="0">
                  <a:solidFill>
                    <a:prstClr val="black"/>
                  </a:solidFill>
                  <a:ea typeface="新細明體"/>
                </a:rPr>
                <a:t>Continuous Operation</a:t>
              </a:r>
              <a:endParaRPr lang="zh-TW" altLang="en-US" sz="1200" b="1" kern="0" dirty="0">
                <a:solidFill>
                  <a:prstClr val="black"/>
                </a:solidFill>
                <a:ea typeface="新細明體"/>
              </a:endParaRPr>
            </a:p>
          </p:txBody>
        </p:sp>
        <p:cxnSp>
          <p:nvCxnSpPr>
            <p:cNvPr id="39" name="直線接點 38">
              <a:extLst>
                <a:ext uri="{FF2B5EF4-FFF2-40B4-BE49-F238E27FC236}">
                  <a16:creationId xmlns:a16="http://schemas.microsoft.com/office/drawing/2014/main" id="{D2110529-000B-4B85-B631-9D5980FB4E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40483" y="5640589"/>
              <a:ext cx="410404" cy="111041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9AF40719-565A-42AF-8997-DBB713B129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0482" y="5979959"/>
              <a:ext cx="416398" cy="162668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B97A0538-035B-4A96-9260-C457322B641F}"/>
                </a:ext>
              </a:extLst>
            </p:cNvPr>
            <p:cNvSpPr txBox="1"/>
            <p:nvPr/>
          </p:nvSpPr>
          <p:spPr>
            <a:xfrm>
              <a:off x="2054096" y="1000693"/>
              <a:ext cx="51648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altLang="zh-TW" sz="1200" dirty="0">
                  <a:solidFill>
                    <a:prstClr val="black"/>
                  </a:solidFill>
                  <a:ea typeface="新細明體"/>
                </a:rPr>
                <a:t>SMO</a:t>
              </a:r>
              <a:endParaRPr lang="zh-TW" altLang="en-US" sz="1200" dirty="0">
                <a:solidFill>
                  <a:prstClr val="black"/>
                </a:solidFill>
                <a:ea typeface="新細明體"/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F76FC1AF-35BB-4C84-9792-C999782DD7E1}"/>
                </a:ext>
              </a:extLst>
            </p:cNvPr>
            <p:cNvSpPr txBox="1"/>
            <p:nvPr/>
          </p:nvSpPr>
          <p:spPr>
            <a:xfrm>
              <a:off x="4210076" y="3406040"/>
              <a:ext cx="229332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200" dirty="0">
                  <a:solidFill>
                    <a:srgbClr val="FF0000"/>
                  </a:solidFill>
                  <a:latin typeface="Times New Roman"/>
                  <a:ea typeface="新細明體"/>
                </a:rPr>
                <a:t>5</a:t>
              </a:r>
              <a:r>
                <a:rPr kumimoji="0" lang="en-US" altLang="zh-TW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新細明體"/>
                  <a:cs typeface="+mn-cs"/>
                </a:rPr>
                <a:t>. </a:t>
              </a:r>
              <a:r>
                <a:rPr kumimoji="0" lang="en-US" altLang="zh-TW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新細明體"/>
                  <a:cs typeface="+mn-cs"/>
                </a:rPr>
                <a:t>Retrieve data for ML inference.</a:t>
              </a:r>
              <a:endPara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endParaRPr>
            </a:p>
          </p:txBody>
        </p: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16BC7619-A21E-41FB-93D1-5DCAF63BD36E}"/>
                </a:ext>
              </a:extLst>
            </p:cNvPr>
            <p:cNvCxnSpPr/>
            <p:nvPr/>
          </p:nvCxnSpPr>
          <p:spPr>
            <a:xfrm>
              <a:off x="2908456" y="3738587"/>
              <a:ext cx="269274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DC08EB10-387C-479D-B7E9-19CC907274A6}"/>
                </a:ext>
              </a:extLst>
            </p:cNvPr>
            <p:cNvCxnSpPr/>
            <p:nvPr/>
          </p:nvCxnSpPr>
          <p:spPr>
            <a:xfrm>
              <a:off x="5608502" y="1838972"/>
              <a:ext cx="276594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AB0B97F4-39CC-4B91-AEC8-3A6AB7FB82F9}"/>
                </a:ext>
              </a:extLst>
            </p:cNvPr>
            <p:cNvCxnSpPr/>
            <p:nvPr/>
          </p:nvCxnSpPr>
          <p:spPr>
            <a:xfrm>
              <a:off x="5885096" y="1838972"/>
              <a:ext cx="0" cy="27749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46" name="直線單箭頭接點 45">
              <a:extLst>
                <a:ext uri="{FF2B5EF4-FFF2-40B4-BE49-F238E27FC236}">
                  <a16:creationId xmlns:a16="http://schemas.microsoft.com/office/drawing/2014/main" id="{90DF0325-F6A7-4629-A878-10EDA5BC4F85}"/>
                </a:ext>
              </a:extLst>
            </p:cNvPr>
            <p:cNvCxnSpPr/>
            <p:nvPr/>
          </p:nvCxnSpPr>
          <p:spPr>
            <a:xfrm flipH="1">
              <a:off x="5608502" y="2116462"/>
              <a:ext cx="276594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0DD2F893-1FD2-46CB-BD20-1E9773751128}"/>
                </a:ext>
              </a:extLst>
            </p:cNvPr>
            <p:cNvSpPr txBox="1"/>
            <p:nvPr/>
          </p:nvSpPr>
          <p:spPr>
            <a:xfrm>
              <a:off x="5655176" y="4645796"/>
              <a:ext cx="209409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200" dirty="0">
                  <a:solidFill>
                    <a:srgbClr val="FF0000"/>
                  </a:solidFill>
                  <a:latin typeface="Times New Roman"/>
                  <a:ea typeface="新細明體"/>
                </a:rPr>
                <a:t>7</a:t>
              </a:r>
              <a:r>
                <a:rPr kumimoji="0" lang="en-US" altLang="zh-TW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新細明體"/>
                  <a:cs typeface="+mn-cs"/>
                </a:rPr>
                <a:t>. </a:t>
              </a:r>
              <a:r>
                <a:rPr kumimoji="0" lang="en-US" altLang="zh-TW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新細明體"/>
                  <a:cs typeface="+mn-cs"/>
                </a:rPr>
                <a:t>&lt;</a:t>
              </a: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新細明體"/>
                  <a:cs typeface="+mn-cs"/>
                </a:rPr>
                <a:t>A1</a:t>
              </a:r>
              <a:r>
                <a:rPr kumimoji="0" lang="en-US" altLang="zh-TW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新細明體"/>
                  <a:cs typeface="+mn-cs"/>
                </a:rPr>
                <a:t>&gt; Policy create message.</a:t>
              </a:r>
              <a:endPara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endParaRPr>
            </a:p>
          </p:txBody>
        </p:sp>
        <p:cxnSp>
          <p:nvCxnSpPr>
            <p:cNvPr id="48" name="直線單箭頭接點 47">
              <a:extLst>
                <a:ext uri="{FF2B5EF4-FFF2-40B4-BE49-F238E27FC236}">
                  <a16:creationId xmlns:a16="http://schemas.microsoft.com/office/drawing/2014/main" id="{3FAD710B-9C71-4681-9035-C8884D90FC8E}"/>
                </a:ext>
              </a:extLst>
            </p:cNvPr>
            <p:cNvCxnSpPr/>
            <p:nvPr/>
          </p:nvCxnSpPr>
          <p:spPr>
            <a:xfrm>
              <a:off x="5608502" y="4962112"/>
              <a:ext cx="216561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1734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75" y="1"/>
            <a:ext cx="12196875" cy="980728"/>
          </a:xfrm>
        </p:spPr>
        <p:txBody>
          <a:bodyPr/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Introduction (13/14)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823823"/>
            <a:ext cx="10632584" cy="5773529"/>
          </a:xfrm>
        </p:spPr>
        <p:txBody>
          <a:bodyPr/>
          <a:lstStyle/>
          <a:p>
            <a:pPr marL="457200" indent="-457200" algn="ctr">
              <a:buFont typeface="+mj-lt"/>
              <a:buAutoNum type="alphaUcPeriod" startAt="6"/>
            </a:pPr>
            <a:r>
              <a:rPr lang="en-US" altLang="zh-TW" sz="1800" i="1" dirty="0"/>
              <a:t>ML Workflow with RIC: Near-RT RIC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15</a:t>
            </a:fld>
            <a:endParaRPr kumimoji="1" lang="zh-TW" altLang="en-US" dirty="0"/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03A60E6C-0989-48EA-B308-A454B634437C}"/>
              </a:ext>
            </a:extLst>
          </p:cNvPr>
          <p:cNvGrpSpPr/>
          <p:nvPr/>
        </p:nvGrpSpPr>
        <p:grpSpPr>
          <a:xfrm>
            <a:off x="2007294" y="1412776"/>
            <a:ext cx="8177413" cy="4771761"/>
            <a:chOff x="1991544" y="1196752"/>
            <a:chExt cx="8177413" cy="4771761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2125353-7E78-46B5-B69B-F1B00CA6A2DB}"/>
                </a:ext>
              </a:extLst>
            </p:cNvPr>
            <p:cNvSpPr/>
            <p:nvPr/>
          </p:nvSpPr>
          <p:spPr>
            <a:xfrm>
              <a:off x="2249788" y="1309171"/>
              <a:ext cx="4147831" cy="4659342"/>
            </a:xfrm>
            <a:prstGeom prst="rect">
              <a:avLst/>
            </a:prstGeom>
            <a:solidFill>
              <a:srgbClr val="4F81BD">
                <a:lumMod val="40000"/>
                <a:lumOff val="60000"/>
              </a:srgbClr>
            </a:solidFill>
            <a:ln w="25400" cap="flat" cmpd="sng" algn="ctr">
              <a:solidFill>
                <a:srgbClr val="4F81BD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endParaRP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1F5A0084-46D1-45FB-B699-A96B72AD1458}"/>
                </a:ext>
              </a:extLst>
            </p:cNvPr>
            <p:cNvSpPr txBox="1"/>
            <p:nvPr/>
          </p:nvSpPr>
          <p:spPr>
            <a:xfrm>
              <a:off x="7071331" y="1530716"/>
              <a:ext cx="1280831" cy="276999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Near-RT RIC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/>
              </a:endParaRP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3265AC29-57A7-4551-BB43-74CA748E85BA}"/>
                </a:ext>
              </a:extLst>
            </p:cNvPr>
            <p:cNvSpPr txBox="1"/>
            <p:nvPr/>
          </p:nvSpPr>
          <p:spPr>
            <a:xfrm>
              <a:off x="9212044" y="1530716"/>
              <a:ext cx="858431" cy="276999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E2 nodes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/>
              </a:endParaRPr>
            </a:p>
          </p:txBody>
        </p:sp>
        <p:cxnSp>
          <p:nvCxnSpPr>
            <p:cNvPr id="59" name="直線接點 58">
              <a:extLst>
                <a:ext uri="{FF2B5EF4-FFF2-40B4-BE49-F238E27FC236}">
                  <a16:creationId xmlns:a16="http://schemas.microsoft.com/office/drawing/2014/main" id="{F1952ABC-F8D4-47A6-93F3-BB3694898EDB}"/>
                </a:ext>
              </a:extLst>
            </p:cNvPr>
            <p:cNvCxnSpPr>
              <a:cxnSpLocks/>
              <a:stCxn id="100" idx="2"/>
              <a:endCxn id="97" idx="0"/>
            </p:cNvCxnSpPr>
            <p:nvPr/>
          </p:nvCxnSpPr>
          <p:spPr>
            <a:xfrm>
              <a:off x="5545950" y="1828784"/>
              <a:ext cx="0" cy="35604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cxnSp>
          <p:nvCxnSpPr>
            <p:cNvPr id="60" name="直線接點 59">
              <a:extLst>
                <a:ext uri="{FF2B5EF4-FFF2-40B4-BE49-F238E27FC236}">
                  <a16:creationId xmlns:a16="http://schemas.microsoft.com/office/drawing/2014/main" id="{BA694EEB-FE20-4B58-A9D6-8A12F56F3B83}"/>
                </a:ext>
              </a:extLst>
            </p:cNvPr>
            <p:cNvCxnSpPr>
              <a:cxnSpLocks/>
              <a:stCxn id="57" idx="2"/>
              <a:endCxn id="62" idx="0"/>
            </p:cNvCxnSpPr>
            <p:nvPr/>
          </p:nvCxnSpPr>
          <p:spPr>
            <a:xfrm>
              <a:off x="7711747" y="1807715"/>
              <a:ext cx="1386" cy="361833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cxnSp>
          <p:nvCxnSpPr>
            <p:cNvPr id="61" name="直線接點 60">
              <a:extLst>
                <a:ext uri="{FF2B5EF4-FFF2-40B4-BE49-F238E27FC236}">
                  <a16:creationId xmlns:a16="http://schemas.microsoft.com/office/drawing/2014/main" id="{204495AE-A320-448F-B5E5-482A2A132BA8}"/>
                </a:ext>
              </a:extLst>
            </p:cNvPr>
            <p:cNvCxnSpPr>
              <a:cxnSpLocks/>
              <a:stCxn id="58" idx="2"/>
              <a:endCxn id="63" idx="0"/>
            </p:cNvCxnSpPr>
            <p:nvPr/>
          </p:nvCxnSpPr>
          <p:spPr>
            <a:xfrm flipH="1">
              <a:off x="9641259" y="1807715"/>
              <a:ext cx="1" cy="361833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80C5C3FF-E6CB-42C6-9DDA-9A36553E0D4B}"/>
                </a:ext>
              </a:extLst>
            </p:cNvPr>
            <p:cNvSpPr txBox="1"/>
            <p:nvPr/>
          </p:nvSpPr>
          <p:spPr>
            <a:xfrm>
              <a:off x="7074103" y="5426049"/>
              <a:ext cx="1278059" cy="276999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Near-RT RIC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/>
              </a:endParaRPr>
            </a:p>
          </p:txBody>
        </p: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9E64DA19-FD01-43F0-8EC9-924973344E1D}"/>
                </a:ext>
              </a:extLst>
            </p:cNvPr>
            <p:cNvSpPr txBox="1"/>
            <p:nvPr/>
          </p:nvSpPr>
          <p:spPr>
            <a:xfrm>
              <a:off x="9212043" y="5426049"/>
              <a:ext cx="858431" cy="276999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E2 nodes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/>
              </a:endParaRPr>
            </a:p>
          </p:txBody>
        </p:sp>
        <p:sp>
          <p:nvSpPr>
            <p:cNvPr id="64" name="流程圖: 磁碟 63">
              <a:extLst>
                <a:ext uri="{FF2B5EF4-FFF2-40B4-BE49-F238E27FC236}">
                  <a16:creationId xmlns:a16="http://schemas.microsoft.com/office/drawing/2014/main" id="{F91FCEF6-69C8-433D-88B6-FB649A0776FB}"/>
                </a:ext>
              </a:extLst>
            </p:cNvPr>
            <p:cNvSpPr/>
            <p:nvPr/>
          </p:nvSpPr>
          <p:spPr>
            <a:xfrm>
              <a:off x="2406137" y="1490230"/>
              <a:ext cx="895054" cy="414853"/>
            </a:xfrm>
            <a:prstGeom prst="flowChartMagneticDisk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新細明體"/>
                  <a:cs typeface="+mn-cs"/>
                </a:rPr>
                <a:t>Database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endParaRPr>
            </a:p>
          </p:txBody>
        </p:sp>
        <p:sp>
          <p:nvSpPr>
            <p:cNvPr id="65" name="流程圖: 磁碟 64">
              <a:extLst>
                <a:ext uri="{FF2B5EF4-FFF2-40B4-BE49-F238E27FC236}">
                  <a16:creationId xmlns:a16="http://schemas.microsoft.com/office/drawing/2014/main" id="{457EC69E-93B1-42A2-AF88-D1F7FDB4FA37}"/>
                </a:ext>
              </a:extLst>
            </p:cNvPr>
            <p:cNvSpPr/>
            <p:nvPr/>
          </p:nvSpPr>
          <p:spPr>
            <a:xfrm>
              <a:off x="2406137" y="5383121"/>
              <a:ext cx="895054" cy="414853"/>
            </a:xfrm>
            <a:prstGeom prst="flowChartMagneticDisk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新細明體"/>
                  <a:cs typeface="+mn-cs"/>
                </a:rPr>
                <a:t>Database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endParaRPr>
            </a:p>
          </p:txBody>
        </p:sp>
        <p:cxnSp>
          <p:nvCxnSpPr>
            <p:cNvPr id="66" name="直線接點 65">
              <a:extLst>
                <a:ext uri="{FF2B5EF4-FFF2-40B4-BE49-F238E27FC236}">
                  <a16:creationId xmlns:a16="http://schemas.microsoft.com/office/drawing/2014/main" id="{2C61640C-80A6-4907-98F6-F95C76E3654D}"/>
                </a:ext>
              </a:extLst>
            </p:cNvPr>
            <p:cNvCxnSpPr>
              <a:cxnSpLocks/>
              <a:stCxn id="64" idx="3"/>
              <a:endCxn id="65" idx="1"/>
            </p:cNvCxnSpPr>
            <p:nvPr/>
          </p:nvCxnSpPr>
          <p:spPr>
            <a:xfrm>
              <a:off x="2853664" y="1905083"/>
              <a:ext cx="0" cy="347803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34C4A07D-A8E9-47A9-88E8-B4332E65312F}"/>
                </a:ext>
              </a:extLst>
            </p:cNvPr>
            <p:cNvSpPr txBox="1"/>
            <p:nvPr/>
          </p:nvSpPr>
          <p:spPr>
            <a:xfrm>
              <a:off x="5602174" y="1935443"/>
              <a:ext cx="2020105" cy="276999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新細明體"/>
                </a:rPr>
                <a:t>1.</a:t>
              </a: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  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&lt;</a:t>
              </a: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A1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&gt;</a:t>
              </a: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 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Deploy MLB xApp.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/>
              </a:endParaRPr>
            </a:p>
          </p:txBody>
        </p:sp>
        <p:cxnSp>
          <p:nvCxnSpPr>
            <p:cNvPr id="68" name="直線單箭頭接點 67">
              <a:extLst>
                <a:ext uri="{FF2B5EF4-FFF2-40B4-BE49-F238E27FC236}">
                  <a16:creationId xmlns:a16="http://schemas.microsoft.com/office/drawing/2014/main" id="{27987E06-5A04-4265-8A49-9382735618D3}"/>
                </a:ext>
              </a:extLst>
            </p:cNvPr>
            <p:cNvCxnSpPr>
              <a:cxnSpLocks/>
            </p:cNvCxnSpPr>
            <p:nvPr/>
          </p:nvCxnSpPr>
          <p:spPr>
            <a:xfrm>
              <a:off x="2853665" y="3031620"/>
              <a:ext cx="1249716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69" name="直線單箭頭接點 68">
              <a:extLst>
                <a:ext uri="{FF2B5EF4-FFF2-40B4-BE49-F238E27FC236}">
                  <a16:creationId xmlns:a16="http://schemas.microsoft.com/office/drawing/2014/main" id="{EF54CDB6-805F-4FE7-A15E-04F5F29787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3665" y="2533307"/>
              <a:ext cx="6787594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70" name="直線接點 69">
              <a:extLst>
                <a:ext uri="{FF2B5EF4-FFF2-40B4-BE49-F238E27FC236}">
                  <a16:creationId xmlns:a16="http://schemas.microsoft.com/office/drawing/2014/main" id="{9E30DB0B-CB3D-441C-8249-0856605F6470}"/>
                </a:ext>
              </a:extLst>
            </p:cNvPr>
            <p:cNvCxnSpPr>
              <a:cxnSpLocks/>
              <a:stCxn id="89" idx="2"/>
              <a:endCxn id="93" idx="0"/>
            </p:cNvCxnSpPr>
            <p:nvPr/>
          </p:nvCxnSpPr>
          <p:spPr>
            <a:xfrm>
              <a:off x="4103381" y="1935443"/>
              <a:ext cx="0" cy="3392356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6C45AE61-B3BA-407C-A926-F47FB714CB72}"/>
                </a:ext>
              </a:extLst>
            </p:cNvPr>
            <p:cNvSpPr txBox="1"/>
            <p:nvPr/>
          </p:nvSpPr>
          <p:spPr>
            <a:xfrm>
              <a:off x="5602174" y="2948422"/>
              <a:ext cx="2084225" cy="276999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新細明體"/>
                </a:rPr>
                <a:t>4.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 &lt;</a:t>
              </a: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A1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&gt;Trigger ML inference.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/>
              </a:endParaRPr>
            </a:p>
          </p:txBody>
        </p:sp>
        <p:cxnSp>
          <p:nvCxnSpPr>
            <p:cNvPr id="72" name="直線單箭頭接點 71">
              <a:extLst>
                <a:ext uri="{FF2B5EF4-FFF2-40B4-BE49-F238E27FC236}">
                  <a16:creationId xmlns:a16="http://schemas.microsoft.com/office/drawing/2014/main" id="{08E0D567-71A0-4E40-8414-3EB90466E7FA}"/>
                </a:ext>
              </a:extLst>
            </p:cNvPr>
            <p:cNvCxnSpPr/>
            <p:nvPr/>
          </p:nvCxnSpPr>
          <p:spPr>
            <a:xfrm>
              <a:off x="4103381" y="3265194"/>
              <a:ext cx="3608366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73" name="直線單箭頭接點 72">
              <a:extLst>
                <a:ext uri="{FF2B5EF4-FFF2-40B4-BE49-F238E27FC236}">
                  <a16:creationId xmlns:a16="http://schemas.microsoft.com/office/drawing/2014/main" id="{45290D8C-B33A-49B6-9FB5-791B2C7590A8}"/>
                </a:ext>
              </a:extLst>
            </p:cNvPr>
            <p:cNvCxnSpPr/>
            <p:nvPr/>
          </p:nvCxnSpPr>
          <p:spPr>
            <a:xfrm>
              <a:off x="5545950" y="2256307"/>
              <a:ext cx="2161187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74" name="直線單箭頭接點 73">
              <a:extLst>
                <a:ext uri="{FF2B5EF4-FFF2-40B4-BE49-F238E27FC236}">
                  <a16:creationId xmlns:a16="http://schemas.microsoft.com/office/drawing/2014/main" id="{8B59F521-90B1-4EF2-A1B8-461CEB6C31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08977" y="3549394"/>
              <a:ext cx="1932282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8B00E34B-35BB-4419-9A21-9B9BDAA6E40A}"/>
                </a:ext>
              </a:extLst>
            </p:cNvPr>
            <p:cNvSpPr/>
            <p:nvPr/>
          </p:nvSpPr>
          <p:spPr>
            <a:xfrm>
              <a:off x="7772721" y="3238776"/>
              <a:ext cx="1709121" cy="276999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新細明體"/>
                </a:rPr>
                <a:t>5.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 &lt;</a:t>
              </a: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E2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&gt; Data collection.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/>
              </a:endParaRPr>
            </a:p>
          </p:txBody>
        </p:sp>
        <p:cxnSp>
          <p:nvCxnSpPr>
            <p:cNvPr id="76" name="直線接點 75">
              <a:extLst>
                <a:ext uri="{FF2B5EF4-FFF2-40B4-BE49-F238E27FC236}">
                  <a16:creationId xmlns:a16="http://schemas.microsoft.com/office/drawing/2014/main" id="{647BBCA3-4F00-46B9-809B-2F65DDC56E87}"/>
                </a:ext>
              </a:extLst>
            </p:cNvPr>
            <p:cNvCxnSpPr/>
            <p:nvPr/>
          </p:nvCxnSpPr>
          <p:spPr>
            <a:xfrm>
              <a:off x="7712232" y="3882576"/>
              <a:ext cx="276594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7" name="直線接點 76">
              <a:extLst>
                <a:ext uri="{FF2B5EF4-FFF2-40B4-BE49-F238E27FC236}">
                  <a16:creationId xmlns:a16="http://schemas.microsoft.com/office/drawing/2014/main" id="{FFA64C09-EFA3-4F3F-9792-40F6AF24BA13}"/>
                </a:ext>
              </a:extLst>
            </p:cNvPr>
            <p:cNvCxnSpPr/>
            <p:nvPr/>
          </p:nvCxnSpPr>
          <p:spPr>
            <a:xfrm>
              <a:off x="7988826" y="3882576"/>
              <a:ext cx="0" cy="27749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8" name="直線單箭頭接點 77">
              <a:extLst>
                <a:ext uri="{FF2B5EF4-FFF2-40B4-BE49-F238E27FC236}">
                  <a16:creationId xmlns:a16="http://schemas.microsoft.com/office/drawing/2014/main" id="{3E21B80E-D8AA-4ED5-B79A-D32F91CC84DE}"/>
                </a:ext>
              </a:extLst>
            </p:cNvPr>
            <p:cNvCxnSpPr/>
            <p:nvPr/>
          </p:nvCxnSpPr>
          <p:spPr>
            <a:xfrm flipH="1">
              <a:off x="7712232" y="4160066"/>
              <a:ext cx="276594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E9072D31-A1AD-44F3-B8AE-8D7A109A0151}"/>
                </a:ext>
              </a:extLst>
            </p:cNvPr>
            <p:cNvSpPr/>
            <p:nvPr/>
          </p:nvSpPr>
          <p:spPr>
            <a:xfrm>
              <a:off x="8042640" y="3882576"/>
              <a:ext cx="125457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zh-TW" sz="1200" dirty="0">
                  <a:solidFill>
                    <a:srgbClr val="FF0000"/>
                  </a:solidFill>
                  <a:ea typeface="新細明體"/>
                </a:rPr>
                <a:t>6.</a:t>
              </a:r>
              <a:r>
                <a:rPr lang="en-US" altLang="zh-TW" sz="1200" dirty="0">
                  <a:solidFill>
                    <a:prstClr val="black"/>
                  </a:solidFill>
                  <a:ea typeface="新細明體"/>
                </a:rPr>
                <a:t> ML inference.</a:t>
              </a:r>
              <a:endParaRPr lang="zh-TW" altLang="en-US" sz="1200" dirty="0">
                <a:solidFill>
                  <a:prstClr val="black"/>
                </a:solidFill>
                <a:ea typeface="新細明體"/>
              </a:endParaRPr>
            </a:p>
          </p:txBody>
        </p:sp>
        <p:cxnSp>
          <p:nvCxnSpPr>
            <p:cNvPr id="80" name="直線接點 79">
              <a:extLst>
                <a:ext uri="{FF2B5EF4-FFF2-40B4-BE49-F238E27FC236}">
                  <a16:creationId xmlns:a16="http://schemas.microsoft.com/office/drawing/2014/main" id="{803354C8-8ADB-4144-A363-3941F0D73248}"/>
                </a:ext>
              </a:extLst>
            </p:cNvPr>
            <p:cNvCxnSpPr/>
            <p:nvPr/>
          </p:nvCxnSpPr>
          <p:spPr>
            <a:xfrm>
              <a:off x="7713587" y="4390366"/>
              <a:ext cx="276594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81" name="直線接點 80">
              <a:extLst>
                <a:ext uri="{FF2B5EF4-FFF2-40B4-BE49-F238E27FC236}">
                  <a16:creationId xmlns:a16="http://schemas.microsoft.com/office/drawing/2014/main" id="{AA4A7736-4BFE-4DC7-88A7-6CA23238C9CB}"/>
                </a:ext>
              </a:extLst>
            </p:cNvPr>
            <p:cNvCxnSpPr/>
            <p:nvPr/>
          </p:nvCxnSpPr>
          <p:spPr>
            <a:xfrm>
              <a:off x="7990181" y="4390366"/>
              <a:ext cx="0" cy="27749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82" name="直線單箭頭接點 81">
              <a:extLst>
                <a:ext uri="{FF2B5EF4-FFF2-40B4-BE49-F238E27FC236}">
                  <a16:creationId xmlns:a16="http://schemas.microsoft.com/office/drawing/2014/main" id="{B62A59F1-BF98-48B8-9F30-806D334623AC}"/>
                </a:ext>
              </a:extLst>
            </p:cNvPr>
            <p:cNvCxnSpPr/>
            <p:nvPr/>
          </p:nvCxnSpPr>
          <p:spPr>
            <a:xfrm flipH="1">
              <a:off x="7713587" y="4667856"/>
              <a:ext cx="276594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1EF38F40-9892-427D-B59E-481CDB112BE6}"/>
                </a:ext>
              </a:extLst>
            </p:cNvPr>
            <p:cNvSpPr/>
            <p:nvPr/>
          </p:nvSpPr>
          <p:spPr>
            <a:xfrm>
              <a:off x="8042640" y="4380272"/>
              <a:ext cx="2126317" cy="276999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square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新細明體"/>
                </a:rPr>
                <a:t>7.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 Decision of optimized action.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/>
              </a:endParaRP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BFE4C320-03E6-42D1-A3C4-99C66B63CB67}"/>
                </a:ext>
              </a:extLst>
            </p:cNvPr>
            <p:cNvSpPr/>
            <p:nvPr/>
          </p:nvSpPr>
          <p:spPr>
            <a:xfrm>
              <a:off x="7772721" y="5026179"/>
              <a:ext cx="2017627" cy="276999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新細明體"/>
                </a:rPr>
                <a:t>8.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 &lt;</a:t>
              </a: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E2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&gt; Action enforcement. </a:t>
              </a:r>
            </a:p>
          </p:txBody>
        </p:sp>
        <p:cxnSp>
          <p:nvCxnSpPr>
            <p:cNvPr id="85" name="直線單箭頭接點 84">
              <a:extLst>
                <a:ext uri="{FF2B5EF4-FFF2-40B4-BE49-F238E27FC236}">
                  <a16:creationId xmlns:a16="http://schemas.microsoft.com/office/drawing/2014/main" id="{C091012B-A680-4B24-AECF-A80B3178D085}"/>
                </a:ext>
              </a:extLst>
            </p:cNvPr>
            <p:cNvCxnSpPr>
              <a:cxnSpLocks/>
            </p:cNvCxnSpPr>
            <p:nvPr/>
          </p:nvCxnSpPr>
          <p:spPr>
            <a:xfrm>
              <a:off x="7713587" y="5001286"/>
              <a:ext cx="1939676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705FF21C-0D0E-4EE0-A186-E87D5B08FD24}"/>
                </a:ext>
              </a:extLst>
            </p:cNvPr>
            <p:cNvSpPr txBox="1"/>
            <p:nvPr/>
          </p:nvSpPr>
          <p:spPr>
            <a:xfrm>
              <a:off x="2902746" y="2197581"/>
              <a:ext cx="1726755" cy="276999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新細明體"/>
                </a:rPr>
                <a:t>2.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 &lt;</a:t>
              </a: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O1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&gt; Data collection.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/>
              </a:endParaRPr>
            </a:p>
          </p:txBody>
        </p:sp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52160C3F-380E-41FB-A182-E0F60F042A82}"/>
                </a:ext>
              </a:extLst>
            </p:cNvPr>
            <p:cNvSpPr txBox="1"/>
            <p:nvPr/>
          </p:nvSpPr>
          <p:spPr>
            <a:xfrm>
              <a:off x="2902746" y="2689745"/>
              <a:ext cx="2140330" cy="276999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新細明體"/>
                </a:rPr>
                <a:t>3.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rPr>
                <a:t> Retrieve data for monitoring.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/>
              </a:endParaRPr>
            </a:p>
          </p:txBody>
        </p:sp>
        <p:grpSp>
          <p:nvGrpSpPr>
            <p:cNvPr id="88" name="群組 87">
              <a:extLst>
                <a:ext uri="{FF2B5EF4-FFF2-40B4-BE49-F238E27FC236}">
                  <a16:creationId xmlns:a16="http://schemas.microsoft.com/office/drawing/2014/main" id="{398803A9-F201-42A6-86D9-FE63114200BF}"/>
                </a:ext>
              </a:extLst>
            </p:cNvPr>
            <p:cNvGrpSpPr/>
            <p:nvPr/>
          </p:nvGrpSpPr>
          <p:grpSpPr>
            <a:xfrm>
              <a:off x="4905571" y="1490230"/>
              <a:ext cx="1315053" cy="350964"/>
              <a:chOff x="4575319" y="1527819"/>
              <a:chExt cx="1315053" cy="350964"/>
            </a:xfrm>
          </p:grpSpPr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13B17F1F-6467-4537-B5C4-C781D39E6277}"/>
                  </a:ext>
                </a:extLst>
              </p:cNvPr>
              <p:cNvSpPr txBox="1"/>
              <p:nvPr/>
            </p:nvSpPr>
            <p:spPr>
              <a:xfrm>
                <a:off x="4575319" y="1527819"/>
                <a:ext cx="1280758" cy="338554"/>
              </a:xfrm>
              <a:prstGeom prst="rect">
                <a:avLst/>
              </a:prstGeom>
              <a:noFill/>
              <a:ln w="19050">
                <a:solidFill>
                  <a:sysClr val="windowText" lastClr="0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endParaRPr>
              </a:p>
            </p:txBody>
          </p:sp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155A5364-60A0-494E-A22C-672869B0F8C1}"/>
                  </a:ext>
                </a:extLst>
              </p:cNvPr>
              <p:cNvSpPr/>
              <p:nvPr/>
            </p:nvSpPr>
            <p:spPr>
              <a:xfrm>
                <a:off x="4661185" y="1591082"/>
                <a:ext cx="362274" cy="2112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2" name="文字方塊 101">
                <a:extLst>
                  <a:ext uri="{FF2B5EF4-FFF2-40B4-BE49-F238E27FC236}">
                    <a16:creationId xmlns:a16="http://schemas.microsoft.com/office/drawing/2014/main" id="{254C5DB6-78B5-4ABD-874B-494D32B1C353}"/>
                  </a:ext>
                </a:extLst>
              </p:cNvPr>
              <p:cNvSpPr txBox="1"/>
              <p:nvPr/>
            </p:nvSpPr>
            <p:spPr>
              <a:xfrm>
                <a:off x="4989164" y="1663339"/>
                <a:ext cx="90120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TW" sz="1000" b="1" dirty="0">
                    <a:latin typeface="+mj-lt"/>
                    <a:ea typeface="Microsoft JhengHei UI" panose="020B0604030504040204" pitchFamily="34" charset="-120"/>
                  </a:rPr>
                  <a:t>Non-RT RIC</a:t>
                </a:r>
                <a:endParaRPr lang="zh-TW" altLang="en-US" sz="1000" b="1" dirty="0">
                  <a:latin typeface="+mj-lt"/>
                  <a:ea typeface="Microsoft JhengHei UI" panose="020B0604030504040204" pitchFamily="34" charset="-120"/>
                </a:endParaRPr>
              </a:p>
            </p:txBody>
          </p:sp>
        </p:grp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468B1983-2978-4F22-9FD9-2A1143664AE8}"/>
                </a:ext>
              </a:extLst>
            </p:cNvPr>
            <p:cNvSpPr/>
            <p:nvPr/>
          </p:nvSpPr>
          <p:spPr>
            <a:xfrm>
              <a:off x="3624002" y="1428767"/>
              <a:ext cx="958757" cy="50667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kern="0" dirty="0">
                  <a:solidFill>
                    <a:prstClr val="black"/>
                  </a:solidFill>
                  <a:ea typeface="新細明體"/>
                </a:rPr>
                <a:t>Continuous Operation</a:t>
              </a:r>
              <a:endParaRPr lang="zh-TW" altLang="en-US" sz="1200" b="1" kern="0" dirty="0">
                <a:solidFill>
                  <a:prstClr val="black"/>
                </a:solidFill>
                <a:ea typeface="新細明體"/>
              </a:endParaRPr>
            </a:p>
          </p:txBody>
        </p:sp>
        <p:cxnSp>
          <p:nvCxnSpPr>
            <p:cNvPr id="90" name="直線接點 89">
              <a:extLst>
                <a:ext uri="{FF2B5EF4-FFF2-40B4-BE49-F238E27FC236}">
                  <a16:creationId xmlns:a16="http://schemas.microsoft.com/office/drawing/2014/main" id="{7900A953-6BC8-402F-8D67-54CF2493DF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77931" y="1433405"/>
              <a:ext cx="410404" cy="111041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接點 90">
              <a:extLst>
                <a:ext uri="{FF2B5EF4-FFF2-40B4-BE49-F238E27FC236}">
                  <a16:creationId xmlns:a16="http://schemas.microsoft.com/office/drawing/2014/main" id="{4E0EA8BB-4AFD-45A0-8BF3-67BC37FD29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7930" y="1772775"/>
              <a:ext cx="416398" cy="162668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群組 91">
              <a:extLst>
                <a:ext uri="{FF2B5EF4-FFF2-40B4-BE49-F238E27FC236}">
                  <a16:creationId xmlns:a16="http://schemas.microsoft.com/office/drawing/2014/main" id="{E997ECFC-3D69-4219-BE67-E744A419486E}"/>
                </a:ext>
              </a:extLst>
            </p:cNvPr>
            <p:cNvGrpSpPr/>
            <p:nvPr/>
          </p:nvGrpSpPr>
          <p:grpSpPr>
            <a:xfrm>
              <a:off x="4905571" y="5389262"/>
              <a:ext cx="1315053" cy="350964"/>
              <a:chOff x="4575319" y="1527819"/>
              <a:chExt cx="1315053" cy="350964"/>
            </a:xfrm>
          </p:grpSpPr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94AB54B0-806B-4A56-8F12-9907FE441729}"/>
                  </a:ext>
                </a:extLst>
              </p:cNvPr>
              <p:cNvSpPr txBox="1"/>
              <p:nvPr/>
            </p:nvSpPr>
            <p:spPr>
              <a:xfrm>
                <a:off x="4575319" y="1527819"/>
                <a:ext cx="1280758" cy="338554"/>
              </a:xfrm>
              <a:prstGeom prst="rect">
                <a:avLst/>
              </a:prstGeom>
              <a:noFill/>
              <a:ln w="19050">
                <a:solidFill>
                  <a:sysClr val="windowText" lastClr="0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</a:endParaRPr>
              </a:p>
            </p:txBody>
          </p:sp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08E75E3-3445-4E56-A542-7281F200F145}"/>
                  </a:ext>
                </a:extLst>
              </p:cNvPr>
              <p:cNvSpPr/>
              <p:nvPr/>
            </p:nvSpPr>
            <p:spPr>
              <a:xfrm>
                <a:off x="4661185" y="1591082"/>
                <a:ext cx="362274" cy="2112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516DA24E-CB49-4A4D-9983-8C6A6BC84E53}"/>
                  </a:ext>
                </a:extLst>
              </p:cNvPr>
              <p:cNvSpPr txBox="1"/>
              <p:nvPr/>
            </p:nvSpPr>
            <p:spPr>
              <a:xfrm>
                <a:off x="4989164" y="1663339"/>
                <a:ext cx="90120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TW" sz="1000" b="1" dirty="0">
                    <a:latin typeface="+mj-lt"/>
                    <a:ea typeface="Microsoft JhengHei UI" panose="020B0604030504040204" pitchFamily="34" charset="-120"/>
                  </a:rPr>
                  <a:t>Non-RT RIC</a:t>
                </a:r>
                <a:endParaRPr lang="zh-TW" altLang="en-US" sz="1000" b="1" dirty="0">
                  <a:latin typeface="+mj-lt"/>
                  <a:ea typeface="Microsoft JhengHei UI" panose="020B0604030504040204" pitchFamily="34" charset="-120"/>
                </a:endParaRPr>
              </a:p>
            </p:txBody>
          </p:sp>
        </p:grp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C9BB63F3-3670-48EA-B9E2-24C08AB34AC8}"/>
                </a:ext>
              </a:extLst>
            </p:cNvPr>
            <p:cNvSpPr/>
            <p:nvPr/>
          </p:nvSpPr>
          <p:spPr>
            <a:xfrm>
              <a:off x="3624002" y="5327799"/>
              <a:ext cx="958757" cy="50667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kern="0" dirty="0">
                  <a:solidFill>
                    <a:prstClr val="black"/>
                  </a:solidFill>
                  <a:ea typeface="新細明體"/>
                </a:rPr>
                <a:t>Continuous Operation</a:t>
              </a:r>
              <a:endParaRPr lang="zh-TW" altLang="en-US" sz="1200" b="1" kern="0" dirty="0">
                <a:solidFill>
                  <a:prstClr val="black"/>
                </a:solidFill>
                <a:ea typeface="新細明體"/>
              </a:endParaRPr>
            </a:p>
          </p:txBody>
        </p:sp>
        <p:cxnSp>
          <p:nvCxnSpPr>
            <p:cNvPr id="94" name="直線接點 93">
              <a:extLst>
                <a:ext uri="{FF2B5EF4-FFF2-40B4-BE49-F238E27FC236}">
                  <a16:creationId xmlns:a16="http://schemas.microsoft.com/office/drawing/2014/main" id="{C7AADA8E-92CC-4583-9193-814B9365B0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77931" y="5332437"/>
              <a:ext cx="410404" cy="111041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接點 94">
              <a:extLst>
                <a:ext uri="{FF2B5EF4-FFF2-40B4-BE49-F238E27FC236}">
                  <a16:creationId xmlns:a16="http://schemas.microsoft.com/office/drawing/2014/main" id="{3CFC9CC3-78EF-49A5-957F-9C713E7675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7930" y="5671807"/>
              <a:ext cx="416398" cy="162668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B3FA82B4-22FE-46BC-A7CE-373CF932E539}"/>
                </a:ext>
              </a:extLst>
            </p:cNvPr>
            <p:cNvSpPr txBox="1"/>
            <p:nvPr/>
          </p:nvSpPr>
          <p:spPr>
            <a:xfrm>
              <a:off x="1991544" y="1196752"/>
              <a:ext cx="51648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altLang="zh-TW" sz="1200" dirty="0">
                  <a:solidFill>
                    <a:prstClr val="black"/>
                  </a:solidFill>
                  <a:ea typeface="新細明體"/>
                </a:rPr>
                <a:t>SMO</a:t>
              </a:r>
              <a:endParaRPr lang="zh-TW" altLang="en-US" sz="1200" dirty="0">
                <a:solidFill>
                  <a:prstClr val="black"/>
                </a:solidFill>
                <a:ea typeface="新細明體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7043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75" y="1"/>
            <a:ext cx="12196875" cy="980728"/>
          </a:xfrm>
        </p:spPr>
        <p:txBody>
          <a:bodyPr/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Introduction (14/14)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823823"/>
            <a:ext cx="10632584" cy="5773529"/>
          </a:xfrm>
        </p:spPr>
        <p:txBody>
          <a:bodyPr/>
          <a:lstStyle/>
          <a:p>
            <a:pPr marL="457200" indent="-457200" algn="ctr">
              <a:buFont typeface="+mj-lt"/>
              <a:buAutoNum type="alphaUcPeriod" startAt="7"/>
            </a:pPr>
            <a:r>
              <a:rPr kumimoji="1" lang="en-US" altLang="zh-TW" sz="1800" i="1" dirty="0"/>
              <a:t>AI/ML Models in O-RAN Use Cases</a:t>
            </a:r>
            <a:endParaRPr lang="en-US" altLang="zh-TW" sz="1800" i="1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16</a:t>
            </a:fld>
            <a:endParaRPr kumimoji="1" lang="zh-TW" altLang="en-US" dirty="0"/>
          </a:p>
        </p:txBody>
      </p:sp>
      <p:graphicFrame>
        <p:nvGraphicFramePr>
          <p:cNvPr id="53" name="內容版面配置區 6">
            <a:extLst>
              <a:ext uri="{FF2B5EF4-FFF2-40B4-BE49-F238E27FC236}">
                <a16:creationId xmlns:a16="http://schemas.microsoft.com/office/drawing/2014/main" id="{87C2C988-44A0-4857-BAA2-69BA3D450C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4722838"/>
              </p:ext>
            </p:extLst>
          </p:nvPr>
        </p:nvGraphicFramePr>
        <p:xfrm>
          <a:off x="393098" y="1313860"/>
          <a:ext cx="11400928" cy="3843332"/>
        </p:xfrm>
        <a:graphic>
          <a:graphicData uri="http://schemas.openxmlformats.org/drawingml/2006/table">
            <a:tbl>
              <a:tblPr firstRow="1" bandRow="1"/>
              <a:tblGrid>
                <a:gridCol w="1915616">
                  <a:extLst>
                    <a:ext uri="{9D8B030D-6E8A-4147-A177-3AD203B41FA5}">
                      <a16:colId xmlns:a16="http://schemas.microsoft.com/office/drawing/2014/main" val="4186019891"/>
                    </a:ext>
                  </a:extLst>
                </a:gridCol>
                <a:gridCol w="2371328">
                  <a:extLst>
                    <a:ext uri="{9D8B030D-6E8A-4147-A177-3AD203B41FA5}">
                      <a16:colId xmlns:a16="http://schemas.microsoft.com/office/drawing/2014/main" val="1266047830"/>
                    </a:ext>
                  </a:extLst>
                </a:gridCol>
                <a:gridCol w="2371328">
                  <a:extLst>
                    <a:ext uri="{9D8B030D-6E8A-4147-A177-3AD203B41FA5}">
                      <a16:colId xmlns:a16="http://schemas.microsoft.com/office/drawing/2014/main" val="106032755"/>
                    </a:ext>
                  </a:extLst>
                </a:gridCol>
                <a:gridCol w="2371328">
                  <a:extLst>
                    <a:ext uri="{9D8B030D-6E8A-4147-A177-3AD203B41FA5}">
                      <a16:colId xmlns:a16="http://schemas.microsoft.com/office/drawing/2014/main" val="1654261169"/>
                    </a:ext>
                  </a:extLst>
                </a:gridCol>
                <a:gridCol w="2371328">
                  <a:extLst>
                    <a:ext uri="{9D8B030D-6E8A-4147-A177-3AD203B41FA5}">
                      <a16:colId xmlns:a16="http://schemas.microsoft.com/office/drawing/2014/main" val="1157483913"/>
                    </a:ext>
                  </a:extLst>
                </a:gridCol>
              </a:tblGrid>
              <a:tr h="5584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Use Case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AI/ML models functionality description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EDB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AI/ML algorithms types (example)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EDB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Input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EDB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Output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ED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867458"/>
                  </a:ext>
                </a:extLst>
              </a:tr>
              <a:tr h="558493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0" u="none" strike="noStrike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Traffic steering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EDB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Cell load prediction/user traffic volume prediction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Supervised learning (time series prediction, e.g., SVR, DNN)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UL/DL PRB occupation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Same to input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107141"/>
                  </a:ext>
                </a:extLst>
              </a:tr>
              <a:tr h="754999">
                <a:tc vMerge="1">
                  <a:txBody>
                    <a:bodyPr/>
                    <a:lstStyle/>
                    <a:p>
                      <a:endParaRPr lang="zh-TW" altLang="en-US" sz="10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Radio finger print prediction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Supervised learning (e.g., SVR, GBDT)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Intra-frequency MR data and PM counters, e.g., RSRP, RSRQ, MCS, CQI, etc.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Inter-frequency MR data, e.g., RSRP, RSRQ, MCS, CQI, etc.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571773"/>
                  </a:ext>
                </a:extLst>
              </a:tr>
              <a:tr h="7549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algn="ctr"/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V2X handover management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EDB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Prediction / detection HO anomalies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Discovery of preferred HO sequences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Supervised learning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Cam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Radio cell IDs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Connection IDs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Basic radio measurements (RSRP, RSPQ etc.)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GPS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Direction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Velocity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it-IT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 anomalies probability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it-IT" altLang="zh-TW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Preferred HO sequences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426568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E922E49C-C8C2-41F1-A9B0-76AB848BDF35}"/>
              </a:ext>
            </a:extLst>
          </p:cNvPr>
          <p:cNvSpPr/>
          <p:nvPr/>
        </p:nvSpPr>
        <p:spPr>
          <a:xfrm>
            <a:off x="9984432" y="5373940"/>
            <a:ext cx="273630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100" dirty="0">
                <a:latin typeface="Calibri" panose="020F0502020204030204" pitchFamily="34" charset="0"/>
                <a:cs typeface="Calibri" panose="020F0502020204030204" pitchFamily="34" charset="0"/>
              </a:rPr>
              <a:t>DNN: deep neural network</a:t>
            </a:r>
          </a:p>
          <a:p>
            <a:r>
              <a:rPr lang="en-US" altLang="zh-TW" sz="1100" dirty="0">
                <a:latin typeface="Calibri" panose="020F0502020204030204" pitchFamily="34" charset="0"/>
                <a:cs typeface="Calibri" panose="020F0502020204030204" pitchFamily="34" charset="0"/>
              </a:rPr>
              <a:t>UL/DL: uplink/downlink</a:t>
            </a:r>
          </a:p>
          <a:p>
            <a:r>
              <a:rPr lang="en-US" altLang="zh-TW" sz="1100" dirty="0">
                <a:latin typeface="Calibri" panose="020F0502020204030204" pitchFamily="34" charset="0"/>
                <a:cs typeface="Calibri" panose="020F0502020204030204" pitchFamily="34" charset="0"/>
              </a:rPr>
              <a:t>HO: handover</a:t>
            </a:r>
          </a:p>
          <a:p>
            <a:r>
              <a:rPr lang="en-US" altLang="zh-TW" sz="1100" dirty="0">
                <a:latin typeface="Calibri" panose="020F0502020204030204" pitchFamily="34" charset="0"/>
                <a:cs typeface="Calibri" panose="020F0502020204030204" pitchFamily="34" charset="0"/>
              </a:rPr>
              <a:t>PRB: physical Resource Block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F0B586-DF84-40F6-8899-D986903C5107}"/>
              </a:ext>
            </a:extLst>
          </p:cNvPr>
          <p:cNvSpPr/>
          <p:nvPr/>
        </p:nvSpPr>
        <p:spPr>
          <a:xfrm>
            <a:off x="7464152" y="5373216"/>
            <a:ext cx="252028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100" dirty="0">
                <a:latin typeface="Calibri" panose="020F0502020204030204" pitchFamily="34" charset="0"/>
                <a:cs typeface="Calibri" panose="020F0502020204030204" pitchFamily="34" charset="0"/>
              </a:rPr>
              <a:t>MR:</a:t>
            </a:r>
            <a:r>
              <a:rPr lang="zh-TW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100" dirty="0">
                <a:latin typeface="Calibri" panose="020F0502020204030204" pitchFamily="34" charset="0"/>
                <a:cs typeface="Calibri" panose="020F0502020204030204" pitchFamily="34" charset="0"/>
              </a:rPr>
              <a:t>measurement report</a:t>
            </a:r>
          </a:p>
          <a:p>
            <a:r>
              <a:rPr lang="en-US" altLang="zh-TW" sz="1100" dirty="0">
                <a:latin typeface="Calibri" panose="020F0502020204030204" pitchFamily="34" charset="0"/>
                <a:cs typeface="Calibri" panose="020F0502020204030204" pitchFamily="34" charset="0"/>
              </a:rPr>
              <a:t>RSRP: reference Symbol Received Power</a:t>
            </a:r>
          </a:p>
          <a:p>
            <a:r>
              <a:rPr lang="en-US" altLang="zh-TW" sz="1100" dirty="0">
                <a:latin typeface="Calibri" panose="020F0502020204030204" pitchFamily="34" charset="0"/>
                <a:cs typeface="Calibri" panose="020F0502020204030204" pitchFamily="34" charset="0"/>
              </a:rPr>
              <a:t>RSRQ: reference Signal Received Quality</a:t>
            </a:r>
          </a:p>
          <a:p>
            <a:r>
              <a:rPr lang="en-US" altLang="zh-TW" sz="1100" dirty="0">
                <a:latin typeface="Calibri" panose="020F0502020204030204" pitchFamily="34" charset="0"/>
                <a:cs typeface="Calibri" panose="020F0502020204030204" pitchFamily="34" charset="0"/>
              </a:rPr>
              <a:t>CQI: channel Quality Indicator</a:t>
            </a:r>
          </a:p>
          <a:p>
            <a:r>
              <a:rPr lang="en-US" altLang="zh-TW" sz="1100" dirty="0">
                <a:latin typeface="Calibri" panose="020F0502020204030204" pitchFamily="34" charset="0"/>
                <a:cs typeface="Calibri" panose="020F0502020204030204" pitchFamily="34" charset="0"/>
              </a:rPr>
              <a:t>MCS: modulation and Coding Scheme</a:t>
            </a:r>
            <a:endParaRPr lang="zh-TW" alt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614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Outline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052736"/>
            <a:ext cx="10776600" cy="5544616"/>
          </a:xfrm>
        </p:spPr>
        <p:txBody>
          <a:bodyPr/>
          <a:lstStyle/>
          <a:p>
            <a:r>
              <a:rPr kumimoji="1" lang="en-US" altLang="zh-TW" sz="2000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kumimoji="1" lang="en-US" altLang="zh-TW" sz="1800" dirty="0">
                <a:solidFill>
                  <a:schemeClr val="bg1">
                    <a:lumMod val="85000"/>
                  </a:schemeClr>
                </a:solidFill>
              </a:rPr>
              <a:t>Background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kumimoji="1" lang="en-US" altLang="zh-TW" sz="1800" dirty="0">
                <a:solidFill>
                  <a:schemeClr val="bg1">
                    <a:lumMod val="85000"/>
                  </a:schemeClr>
                </a:solidFill>
              </a:rPr>
              <a:t>O-RAN architecture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dirty="0">
                <a:solidFill>
                  <a:schemeClr val="bg1">
                    <a:lumMod val="85000"/>
                  </a:schemeClr>
                </a:solidFill>
              </a:rPr>
              <a:t>A1</a:t>
            </a:r>
            <a:r>
              <a:rPr lang="zh-TW" altLang="en-US" sz="1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altLang="zh-TW" sz="1800" dirty="0">
                <a:solidFill>
                  <a:schemeClr val="bg1">
                    <a:lumMod val="85000"/>
                  </a:schemeClr>
                </a:solidFill>
              </a:rPr>
              <a:t>interface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dirty="0">
                <a:solidFill>
                  <a:schemeClr val="bg1">
                    <a:lumMod val="85000"/>
                  </a:schemeClr>
                </a:solidFill>
              </a:rPr>
              <a:t>E2</a:t>
            </a:r>
            <a:r>
              <a:rPr lang="zh-TW" altLang="en-US" sz="1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altLang="zh-TW" sz="1800" dirty="0">
                <a:solidFill>
                  <a:schemeClr val="bg1">
                    <a:lumMod val="85000"/>
                  </a:schemeClr>
                </a:solidFill>
              </a:rPr>
              <a:t>interface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dirty="0">
                <a:solidFill>
                  <a:schemeClr val="bg1">
                    <a:lumMod val="85000"/>
                  </a:schemeClr>
                </a:solidFill>
              </a:rPr>
              <a:t>ML Workflow with RIC: Non-RT RIC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dirty="0">
                <a:solidFill>
                  <a:schemeClr val="bg1">
                    <a:lumMod val="85000"/>
                  </a:schemeClr>
                </a:solidFill>
              </a:rPr>
              <a:t>ML Workflow with RIC: Near-RT RIC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kumimoji="1" lang="en-US" altLang="zh-TW" sz="1800" dirty="0">
                <a:solidFill>
                  <a:schemeClr val="bg1">
                    <a:lumMod val="85000"/>
                  </a:schemeClr>
                </a:solidFill>
              </a:rPr>
              <a:t>AI/ML Models in O-RAN Use Cases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kumimoji="1" lang="en-US" altLang="zh-TW" sz="2000" dirty="0"/>
              <a:t>O-RAN implementation guide on ubuntu 20.04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kumimoji="1" lang="en-US" altLang="zh-TW" sz="1800" dirty="0">
                <a:solidFill>
                  <a:srgbClr val="0066FF"/>
                </a:solidFill>
              </a:rPr>
              <a:t>Install k8s, helm, and docker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kumimoji="1" lang="en-US" altLang="zh-TW" sz="1800" dirty="0">
                <a:solidFill>
                  <a:srgbClr val="0066FF"/>
                </a:solidFill>
              </a:rPr>
              <a:t>Install Near-RT RIC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kumimoji="1" lang="en-US" altLang="zh-TW" sz="1800" dirty="0">
                <a:solidFill>
                  <a:srgbClr val="0066FF"/>
                </a:solidFill>
              </a:rPr>
              <a:t>Install Non-RT RIC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kumimoji="1" lang="en-US" altLang="zh-TW" sz="1800" dirty="0">
                <a:solidFill>
                  <a:srgbClr val="0066FF"/>
                </a:solidFill>
              </a:rPr>
              <a:t>Anomaly Detection Use Case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kumimoji="1" lang="en-US" altLang="zh-TW" sz="2000" dirty="0">
                <a:solidFill>
                  <a:schemeClr val="bg1">
                    <a:lumMod val="85000"/>
                  </a:schemeClr>
                </a:solidFill>
              </a:rPr>
              <a:t>Reference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17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93065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Install k8s, helm, and docker</a:t>
            </a:r>
            <a:r>
              <a:rPr kumimoji="1"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(1/2)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052736"/>
            <a:ext cx="10776600" cy="5544616"/>
          </a:xfrm>
        </p:spPr>
        <p:txBody>
          <a:bodyPr/>
          <a:lstStyle/>
          <a:p>
            <a:pPr>
              <a:buFont typeface="Times New Roman" panose="02020603050405020304" pitchFamily="18" charset="0"/>
              <a:buChar char="•"/>
            </a:pPr>
            <a:r>
              <a:rPr lang="zh-TW" altLang="en-US" sz="1800" b="1" dirty="0"/>
              <a:t>首先 </a:t>
            </a:r>
            <a:r>
              <a:rPr lang="en-US" altLang="zh-TW" sz="1800" b="1" dirty="0"/>
              <a:t>clone </a:t>
            </a:r>
            <a:r>
              <a:rPr lang="zh-TW" altLang="en-US" sz="1800" b="1" dirty="0"/>
              <a:t>兩個不同版本的 </a:t>
            </a:r>
            <a:r>
              <a:rPr lang="en-US" altLang="zh-TW" sz="1800" b="1" dirty="0"/>
              <a:t>ric-dep</a:t>
            </a:r>
            <a:r>
              <a:rPr lang="zh-TW" altLang="en-US" sz="1800" b="1" dirty="0"/>
              <a:t> 資料夾至不同路徑</a:t>
            </a:r>
            <a:endParaRPr lang="en-US" altLang="zh-TW" sz="1800" b="1" dirty="0"/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600" b="1" dirty="0">
                <a:solidFill>
                  <a:srgbClr val="0066FF"/>
                </a:solidFill>
                <a:highlight>
                  <a:srgbClr val="FFFF00"/>
                </a:highlight>
              </a:rPr>
              <a:t>git clone --branch f-release </a:t>
            </a:r>
            <a:r>
              <a:rPr lang="en-US" altLang="zh-TW" sz="1600" b="1" dirty="0">
                <a:solidFill>
                  <a:srgbClr val="0066FF"/>
                </a:solidFill>
                <a:highlight>
                  <a:srgbClr val="FFFF00"/>
                </a:highligh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https://gerrit.o-ran-sc.org/r/ric-plt/ric-dep</a:t>
            </a:r>
            <a:r>
              <a:rPr lang="en-US" altLang="zh-TW" sz="1600" b="1" dirty="0">
                <a:solidFill>
                  <a:srgbClr val="0066FF"/>
                </a:solidFill>
              </a:rPr>
              <a:t> </a:t>
            </a:r>
            <a:r>
              <a:rPr lang="zh-TW" altLang="en-US" sz="1600" b="1" dirty="0">
                <a:solidFill>
                  <a:srgbClr val="0066FF"/>
                </a:solidFill>
              </a:rPr>
              <a:t>至路徑 </a:t>
            </a:r>
            <a:r>
              <a:rPr lang="en-US" altLang="zh-TW" sz="1600" b="1" dirty="0">
                <a:solidFill>
                  <a:srgbClr val="0066FF"/>
                </a:solidFill>
              </a:rPr>
              <a:t>1: /</a:t>
            </a:r>
            <a:r>
              <a:rPr lang="en-US" altLang="zh-TW" sz="1600" b="1" i="1" dirty="0">
                <a:solidFill>
                  <a:srgbClr val="0066FF"/>
                </a:solidFill>
              </a:rPr>
              <a:t>Home/ric-dep</a:t>
            </a:r>
            <a:endParaRPr lang="en-US" altLang="zh-TW" sz="1600" b="1" dirty="0">
              <a:solidFill>
                <a:srgbClr val="0066FF"/>
              </a:solidFill>
            </a:endParaRP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600" b="1" dirty="0">
                <a:solidFill>
                  <a:srgbClr val="0066FF"/>
                </a:solidFill>
                <a:highlight>
                  <a:srgbClr val="FFFF00"/>
                </a:highlight>
              </a:rPr>
              <a:t>git clone </a:t>
            </a:r>
            <a:r>
              <a:rPr lang="en-US" altLang="zh-TW" sz="1600" b="1" dirty="0">
                <a:solidFill>
                  <a:srgbClr val="0066FF"/>
                </a:solidFill>
                <a:highlight>
                  <a:srgbClr val="FFFF00"/>
                </a:highligh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https://gerrit.o-ran-sc.org/r/ric-plt/ric-dep</a:t>
            </a:r>
            <a:r>
              <a:rPr lang="zh-TW" altLang="en-US" sz="1600" b="1" dirty="0">
                <a:solidFill>
                  <a:srgbClr val="0066FF"/>
                </a:solidFill>
              </a:rPr>
              <a:t> 至路徑 </a:t>
            </a:r>
            <a:r>
              <a:rPr lang="en-US" altLang="zh-TW" sz="1600" b="1" dirty="0">
                <a:solidFill>
                  <a:srgbClr val="0066FF"/>
                </a:solidFill>
              </a:rPr>
              <a:t>2: /</a:t>
            </a:r>
            <a:r>
              <a:rPr lang="en-US" altLang="zh-TW" sz="1600" b="1" i="1" dirty="0">
                <a:solidFill>
                  <a:srgbClr val="0066FF"/>
                </a:solidFill>
              </a:rPr>
              <a:t>root/ric-dep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zh-TW" altLang="en-US" sz="1600" b="1" dirty="0">
                <a:solidFill>
                  <a:srgbClr val="0066FF"/>
                </a:solidFill>
              </a:rPr>
              <a:t>再將路徑 </a:t>
            </a:r>
            <a:r>
              <a:rPr lang="en-US" altLang="zh-TW" sz="1600" b="1" dirty="0">
                <a:solidFill>
                  <a:srgbClr val="0066FF"/>
                </a:solidFill>
              </a:rPr>
              <a:t>2</a:t>
            </a:r>
            <a:r>
              <a:rPr lang="zh-TW" altLang="en-US" sz="1600" b="1" dirty="0">
                <a:solidFill>
                  <a:srgbClr val="0066FF"/>
                </a:solidFill>
              </a:rPr>
              <a:t> 的 </a:t>
            </a:r>
            <a:r>
              <a:rPr lang="en-US" altLang="zh-TW" sz="1600" b="1" i="1" dirty="0">
                <a:solidFill>
                  <a:srgbClr val="0066FF"/>
                </a:solidFill>
              </a:rPr>
              <a:t>install_k8s_and_helm.sh</a:t>
            </a:r>
            <a:r>
              <a:rPr lang="zh-TW" altLang="en-US" sz="1600" b="1" dirty="0">
                <a:solidFill>
                  <a:srgbClr val="0066FF"/>
                </a:solidFill>
              </a:rPr>
              <a:t> 檔案取代路徑 </a:t>
            </a:r>
            <a:r>
              <a:rPr lang="en-US" altLang="zh-TW" sz="1600" b="1" dirty="0">
                <a:solidFill>
                  <a:srgbClr val="0066FF"/>
                </a:solidFill>
              </a:rPr>
              <a:t>1 </a:t>
            </a:r>
            <a:r>
              <a:rPr lang="zh-TW" altLang="en-US" sz="1600" b="1" dirty="0">
                <a:solidFill>
                  <a:srgbClr val="0066FF"/>
                </a:solidFill>
              </a:rPr>
              <a:t>內同名的檔案</a:t>
            </a:r>
            <a:endParaRPr lang="en-US" altLang="zh-TW" sz="1600" b="1" dirty="0">
              <a:solidFill>
                <a:srgbClr val="0066FF"/>
              </a:solidFill>
            </a:endParaRPr>
          </a:p>
          <a:p>
            <a:pPr lvl="1">
              <a:buFont typeface="Times New Roman" panose="02020603050405020304" pitchFamily="18" charset="0"/>
              <a:buChar char="▪"/>
            </a:pPr>
            <a:r>
              <a:rPr lang="zh-TW" altLang="en-US" sz="1600" b="1" dirty="0">
                <a:solidFill>
                  <a:srgbClr val="0066FF"/>
                </a:solidFill>
              </a:rPr>
              <a:t>之後我們利用路徑 </a:t>
            </a:r>
            <a:r>
              <a:rPr lang="en-US" altLang="zh-TW" sz="1600" b="1" dirty="0">
                <a:solidFill>
                  <a:srgbClr val="0066FF"/>
                </a:solidFill>
              </a:rPr>
              <a:t>1</a:t>
            </a:r>
            <a:r>
              <a:rPr lang="zh-TW" altLang="en-US" sz="1600" b="1" dirty="0">
                <a:solidFill>
                  <a:srgbClr val="0066FF"/>
                </a:solidFill>
              </a:rPr>
              <a:t> 的資料夾安裝 </a:t>
            </a:r>
            <a:r>
              <a:rPr lang="en-US" altLang="zh-TW" sz="1600" b="1" dirty="0">
                <a:solidFill>
                  <a:srgbClr val="0066FF"/>
                </a:solidFill>
              </a:rPr>
              <a:t>k8s (1.19.11),</a:t>
            </a:r>
            <a:r>
              <a:rPr lang="zh-TW" altLang="en-US" sz="1600" b="1" dirty="0">
                <a:solidFill>
                  <a:srgbClr val="0066FF"/>
                </a:solidFill>
              </a:rPr>
              <a:t> </a:t>
            </a:r>
            <a:r>
              <a:rPr lang="en-US" altLang="zh-TW" sz="1600" b="1" dirty="0">
                <a:solidFill>
                  <a:srgbClr val="0066FF"/>
                </a:solidFill>
              </a:rPr>
              <a:t>helm (3.5.4),</a:t>
            </a:r>
            <a:r>
              <a:rPr lang="zh-TW" altLang="en-US" sz="1600" b="1" dirty="0">
                <a:solidFill>
                  <a:srgbClr val="0066FF"/>
                </a:solidFill>
              </a:rPr>
              <a:t> </a:t>
            </a:r>
            <a:r>
              <a:rPr lang="en-US" altLang="zh-TW" sz="1600" b="1" dirty="0">
                <a:solidFill>
                  <a:srgbClr val="0066FF"/>
                </a:solidFill>
              </a:rPr>
              <a:t>docker and</a:t>
            </a:r>
            <a:r>
              <a:rPr lang="zh-TW" altLang="en-US" sz="1600" b="1" dirty="0">
                <a:solidFill>
                  <a:srgbClr val="0066FF"/>
                </a:solidFill>
              </a:rPr>
              <a:t> </a:t>
            </a:r>
            <a:r>
              <a:rPr lang="en-US" altLang="zh-TW" sz="1600" b="1" dirty="0">
                <a:solidFill>
                  <a:srgbClr val="0066FF"/>
                </a:solidFill>
              </a:rPr>
              <a:t>Near-RT RIC (f-release)</a:t>
            </a:r>
            <a:endParaRPr lang="en-US" altLang="zh-TW" sz="1800" b="1" dirty="0">
              <a:solidFill>
                <a:srgbClr val="0066FF"/>
              </a:solidFill>
            </a:endParaRPr>
          </a:p>
          <a:p>
            <a:pPr>
              <a:buFont typeface="Times New Roman" panose="02020603050405020304" pitchFamily="18" charset="0"/>
              <a:buChar char="•"/>
            </a:pPr>
            <a:r>
              <a:rPr lang="zh-TW" altLang="en-US" sz="1800" b="1" dirty="0"/>
              <a:t>進入 </a:t>
            </a:r>
            <a:r>
              <a:rPr lang="en-US" altLang="zh-TW" sz="1800" b="1" i="1" dirty="0"/>
              <a:t>/root/ric-dep/bin/install_k8s_and_helm.sh</a:t>
            </a:r>
            <a:r>
              <a:rPr lang="en-US" altLang="zh-TW" sz="1800" b="1" dirty="0"/>
              <a:t> </a:t>
            </a:r>
            <a:r>
              <a:rPr lang="zh-TW" altLang="en-US" sz="1800" b="1" dirty="0"/>
              <a:t>修改 </a:t>
            </a:r>
            <a:r>
              <a:rPr lang="en-US" altLang="zh-TW" sz="1800" b="1" dirty="0"/>
              <a:t>.sh</a:t>
            </a:r>
            <a:r>
              <a:rPr lang="zh-TW" altLang="en-US" sz="1800" b="1" dirty="0"/>
              <a:t> 檔</a:t>
            </a:r>
            <a:endParaRPr lang="en-US" altLang="zh-TW" sz="1800" b="1" dirty="0"/>
          </a:p>
          <a:p>
            <a:pPr lvl="1">
              <a:buFont typeface="Times New Roman" panose="02020603050405020304" pitchFamily="18" charset="0"/>
              <a:buChar char="▪"/>
            </a:pP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修改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k8s 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的版本至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1.19.11</a:t>
            </a:r>
            <a:endParaRPr lang="zh-TW" altLang="en-US" sz="1600" b="1" dirty="0">
              <a:solidFill>
                <a:srgbClr val="0066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18</a:t>
            </a:fld>
            <a:endParaRPr kumimoji="1" lang="zh-TW" altLang="en-US" dirty="0"/>
          </a:p>
        </p:txBody>
      </p:sp>
      <p:pic>
        <p:nvPicPr>
          <p:cNvPr id="3074" name="Picture 2" descr="https://lh3.googleusercontent.com/6AtkUNKfys2DPVjtnrAe53ngyltYOGMa1X1UCoL4pNozDaO_XuTwwma1evqjePVTfklsGzvmSQV-Jlv7opBd-Vu7JuuDUUolxx3ToNqeTTmtZiNyitlQMRXLnCUezV78IFcHEhaG7XhDhkhNZC5Cyto">
            <a:extLst>
              <a:ext uri="{FF2B5EF4-FFF2-40B4-BE49-F238E27FC236}">
                <a16:creationId xmlns:a16="http://schemas.microsoft.com/office/drawing/2014/main" id="{6EAADBBC-7F1C-4B26-ADF2-D8AB4A4B4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634" y="3429000"/>
            <a:ext cx="1946523" cy="132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lh4.googleusercontent.com/0SYvylJbSzZJ5zVPriK3M_Ldj9-1kJVh1pJpJdmDCN8hJVQUpEbOWZEW9cRpkX0-br1sunBveB_yjY08TRqOSBQ_UGbl6P951JSUy8n-wNQ0VBQUCIFJhdCutcgphIKd3ICGuPZ4UwDM725l98Xcve4">
            <a:extLst>
              <a:ext uri="{FF2B5EF4-FFF2-40B4-BE49-F238E27FC236}">
                <a16:creationId xmlns:a16="http://schemas.microsoft.com/office/drawing/2014/main" id="{6B7BF756-3341-4F5C-874D-AED1BB0EA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048" y="3429000"/>
            <a:ext cx="3220921" cy="1248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lh4.googleusercontent.com/TQPtp0oZPxg7JExBq3_lX7YL4ylLLjRhjiDjZgpzghG7wcOVacIYLWLQB6f13ox53WZub8SVcVxXJEMTPB5psP0mIotYt0OGj5q-H9PT-BLIrbymWcv3KTi90tdtA8ll1eR7RnegX_CAvqXUPkI9EG0">
            <a:extLst>
              <a:ext uri="{FF2B5EF4-FFF2-40B4-BE49-F238E27FC236}">
                <a16:creationId xmlns:a16="http://schemas.microsoft.com/office/drawing/2014/main" id="{7C753CE6-1C90-4B6B-A8D1-4A9FB06BE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585" y="5085184"/>
            <a:ext cx="5158981" cy="934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5756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Install k8s, helm, and docker</a:t>
            </a:r>
            <a:r>
              <a:rPr kumimoji="1"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(2/2)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052736"/>
            <a:ext cx="10776600" cy="5544616"/>
          </a:xfrm>
        </p:spPr>
        <p:txBody>
          <a:bodyPr/>
          <a:lstStyle/>
          <a:p>
            <a:pPr lvl="1">
              <a:buFont typeface="Times New Roman" panose="02020603050405020304" pitchFamily="18" charset="0"/>
              <a:buChar char="▪"/>
            </a:pP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將網址改成如圖</a:t>
            </a:r>
            <a:endParaRPr lang="en-US" altLang="zh-TW" sz="1600" b="1" dirty="0">
              <a:solidFill>
                <a:srgbClr val="0066FF"/>
              </a:solidFill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endParaRPr lang="en-US" altLang="zh-TW" sz="1600" b="1" dirty="0">
              <a:solidFill>
                <a:srgbClr val="0066FF"/>
              </a:solidFill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endParaRPr lang="en-US" altLang="zh-TW" sz="1600" b="1" dirty="0">
              <a:solidFill>
                <a:srgbClr val="0066FF"/>
              </a:solidFill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endParaRPr lang="en-US" altLang="zh-TW" sz="1600" b="1" dirty="0">
              <a:solidFill>
                <a:srgbClr val="0066FF"/>
              </a:solidFill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將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pods 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的數量改為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7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 個</a:t>
            </a:r>
            <a:endParaRPr lang="en-US" altLang="zh-TW" sz="1600" b="1" dirty="0">
              <a:solidFill>
                <a:srgbClr val="0066FF"/>
              </a:solidFill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endParaRPr lang="en-US" altLang="zh-TW" sz="1600" b="1" dirty="0">
              <a:solidFill>
                <a:srgbClr val="0066FF"/>
              </a:solidFill>
              <a:ea typeface="微軟正黑體" panose="020B0604030504040204" pitchFamily="34" charset="-120"/>
            </a:endParaRPr>
          </a:p>
          <a:p>
            <a:pPr marL="457200" lvl="1" indent="0">
              <a:buNone/>
            </a:pPr>
            <a:endParaRPr lang="en-US" altLang="zh-TW" sz="1600" b="1" dirty="0">
              <a:solidFill>
                <a:srgbClr val="0066FF"/>
              </a:solidFill>
              <a:ea typeface="微軟正黑體" panose="020B0604030504040204" pitchFamily="34" charset="-120"/>
            </a:endParaRPr>
          </a:p>
          <a:p>
            <a:r>
              <a:rPr lang="en-US" altLang="zh-TW" sz="1800" b="1" dirty="0">
                <a:highlight>
                  <a:srgbClr val="FFFF00"/>
                </a:highlight>
              </a:rPr>
              <a:t>cd /root/ric-dep/bin</a:t>
            </a:r>
          </a:p>
          <a:p>
            <a:r>
              <a:rPr lang="en-US" altLang="zh-TW" sz="1800" b="1" dirty="0">
                <a:highlight>
                  <a:srgbClr val="FFFF00"/>
                </a:highlight>
              </a:rPr>
              <a:t>./install_k8s_and_helm.sh</a:t>
            </a:r>
          </a:p>
          <a:p>
            <a:pPr lvl="0"/>
            <a:r>
              <a:rPr lang="en-US" altLang="zh-TW" sz="1800" b="1" dirty="0">
                <a:solidFill>
                  <a:prstClr val="black"/>
                </a:solidFill>
                <a:highlight>
                  <a:srgbClr val="FFFF00"/>
                </a:highlight>
              </a:rPr>
              <a:t>./install_common_templates_to_helm.sh</a:t>
            </a:r>
          </a:p>
          <a:p>
            <a:pPr lvl="0"/>
            <a:r>
              <a:rPr lang="en-US" altLang="zh-TW" sz="1800" b="1" dirty="0">
                <a:solidFill>
                  <a:prstClr val="black"/>
                </a:solidFill>
                <a:highlight>
                  <a:srgbClr val="FFFF00"/>
                </a:highlight>
              </a:rPr>
              <a:t>./setup-ric-common-template</a:t>
            </a:r>
          </a:p>
          <a:p>
            <a:pPr lvl="0"/>
            <a:r>
              <a:rPr lang="en-US" altLang="zh-TW" sz="1800" b="1" dirty="0">
                <a:solidFill>
                  <a:prstClr val="black"/>
                </a:solidFill>
              </a:rPr>
              <a:t>Check version: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19</a:t>
            </a:fld>
            <a:endParaRPr kumimoji="1" lang="zh-TW" altLang="en-US" dirty="0"/>
          </a:p>
        </p:txBody>
      </p:sp>
      <p:pic>
        <p:nvPicPr>
          <p:cNvPr id="4098" name="Picture 2" descr="https://lh3.googleusercontent.com/ECZomFX_JqFPj02ZBAMysmomVKc2ORxNO--6OwbfL2gsxhAZoTFXL4h9aCP1GPMAlXhl7jbeg6xthMRx6zHz_B0lR2pOjlZ2_bir35mLpoF3op2JuPm6TFdQi0J1xjUV_wuS2IyJxpbmDdQ8ddDl3X0">
            <a:extLst>
              <a:ext uri="{FF2B5EF4-FFF2-40B4-BE49-F238E27FC236}">
                <a16:creationId xmlns:a16="http://schemas.microsoft.com/office/drawing/2014/main" id="{ADB54C29-10E7-4B7D-8011-A6753581D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537" y="1484784"/>
            <a:ext cx="57340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lh3.googleusercontent.com/p6YVo10H-OzKZxCisyxueBdKs5BCwKSAWSx97ayMLqTIOt-33NfM-_pfUqeO0FoSQnl2Wpqman0qgcDNp87stctSkqYWro5-X4qkOZKZRJxzTHiZWlSlYZHXur11jaEPPVwjqMhQ0edoVYAP5HDwdV8">
            <a:extLst>
              <a:ext uri="{FF2B5EF4-FFF2-40B4-BE49-F238E27FC236}">
                <a16:creationId xmlns:a16="http://schemas.microsoft.com/office/drawing/2014/main" id="{D5300490-62EA-4855-9B54-B4C6FB4DE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003" y="2492896"/>
            <a:ext cx="3885994" cy="673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F5655ED-EADF-4CB7-877D-A70BE59D5E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200" y="3933056"/>
            <a:ext cx="2296729" cy="2088232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387DB532-A0C4-48FF-9B9A-8896CDD6373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693" y="5258350"/>
            <a:ext cx="3067728" cy="762938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EAD66237-F52D-4698-95D6-B3B7BA3D550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32" y="5260061"/>
            <a:ext cx="2945482" cy="76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41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" y="0"/>
            <a:ext cx="12196875" cy="980728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Install Near-RT RIC</a:t>
            </a:r>
            <a:r>
              <a:rPr kumimoji="1"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(1/2)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052736"/>
            <a:ext cx="10776600" cy="5544616"/>
          </a:xfrm>
        </p:spPr>
        <p:txBody>
          <a:bodyPr/>
          <a:lstStyle/>
          <a:p>
            <a:pPr lvl="0"/>
            <a:r>
              <a:rPr lang="zh-TW" altLang="en-US" sz="1800" b="1" dirty="0">
                <a:solidFill>
                  <a:prstClr val="black"/>
                </a:solidFill>
              </a:rPr>
              <a:t>修改兩個檔案內 </a:t>
            </a:r>
            <a:r>
              <a:rPr lang="en-US" altLang="zh-TW" sz="1800" b="1" dirty="0">
                <a:solidFill>
                  <a:prstClr val="black"/>
                </a:solidFill>
              </a:rPr>
              <a:t>tiller </a:t>
            </a:r>
            <a:r>
              <a:rPr lang="zh-TW" altLang="en-US" sz="1800" b="1" dirty="0">
                <a:solidFill>
                  <a:prstClr val="black"/>
                </a:solidFill>
              </a:rPr>
              <a:t>的 </a:t>
            </a:r>
            <a:r>
              <a:rPr lang="en-US" altLang="zh-TW" sz="1800" b="1" dirty="0">
                <a:solidFill>
                  <a:prstClr val="black"/>
                </a:solidFill>
              </a:rPr>
              <a:t>tag</a:t>
            </a:r>
            <a:r>
              <a:rPr lang="zh-TW" altLang="en-US" sz="1800" b="1" dirty="0">
                <a:solidFill>
                  <a:prstClr val="black"/>
                </a:solidFill>
              </a:rPr>
              <a:t> </a:t>
            </a:r>
            <a:r>
              <a:rPr lang="en-US" altLang="zh-TW" sz="1800" b="1" dirty="0">
                <a:solidFill>
                  <a:prstClr val="black"/>
                </a:solidFill>
              </a:rPr>
              <a:t>version (</a:t>
            </a:r>
            <a:r>
              <a:rPr lang="zh-TW" altLang="en-US" sz="1800" b="1" dirty="0">
                <a:solidFill>
                  <a:prstClr val="black"/>
                </a:solidFill>
              </a:rPr>
              <a:t>如右圖</a:t>
            </a:r>
            <a:r>
              <a:rPr lang="en-US" altLang="zh-TW" sz="1800" b="1" dirty="0">
                <a:solidFill>
                  <a:prstClr val="black"/>
                </a:solidFill>
              </a:rPr>
              <a:t>) </a:t>
            </a:r>
            <a:r>
              <a:rPr lang="zh-TW" altLang="en-US" sz="1800" b="1" dirty="0">
                <a:solidFill>
                  <a:prstClr val="black"/>
                </a:solidFill>
              </a:rPr>
              <a:t> </a:t>
            </a:r>
            <a:r>
              <a:rPr lang="en-US" altLang="zh-TW" sz="1800" b="1" dirty="0">
                <a:solidFill>
                  <a:prstClr val="black"/>
                </a:solidFill>
              </a:rPr>
              <a:t>[2]: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檔案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1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路徑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: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600" b="1" i="1" dirty="0">
                <a:solidFill>
                  <a:srgbClr val="0066FF"/>
                </a:solidFill>
                <a:ea typeface="微軟正黑體" panose="020B0604030504040204" pitchFamily="34" charset="-120"/>
              </a:rPr>
              <a:t>ric-dep/helm/appmgr/values.yaml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檔案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2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路徑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: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 </a:t>
            </a:r>
            <a:r>
              <a:rPr lang="fr-FR" altLang="zh-TW" sz="1600" b="1" i="1" dirty="0">
                <a:solidFill>
                  <a:srgbClr val="0066FF"/>
                </a:solidFill>
                <a:ea typeface="微軟正黑體" panose="020B0604030504040204" pitchFamily="34" charset="-120"/>
              </a:rPr>
              <a:t>ric-dep/helm/infrastructure/values.yaml</a:t>
            </a:r>
          </a:p>
          <a:p>
            <a:pPr>
              <a:buFont typeface="Times New Roman" panose="02020603050405020304" pitchFamily="18" charset="0"/>
              <a:buChar char="•"/>
            </a:pPr>
            <a:endParaRPr lang="fr-FR" altLang="zh-TW" sz="1800" b="1" dirty="0">
              <a:ea typeface="微軟正黑體" panose="020B0604030504040204" pitchFamily="34" charset="-120"/>
            </a:endParaRPr>
          </a:p>
          <a:p>
            <a:pPr>
              <a:buFont typeface="Times New Roman" panose="02020603050405020304" pitchFamily="18" charset="0"/>
              <a:buChar char="•"/>
            </a:pPr>
            <a:r>
              <a:rPr lang="fr-FR" altLang="zh-TW" sz="18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kubectl create ns ricinfra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fr-FR" altLang="zh-TW" sz="18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helm repo add stable https://charts.helm.sh/stable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fr-FR" altLang="zh-TW" sz="18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helm install nfs-release-1 stable/nfs-server-provisioner --namespace ricinfra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fr-FR" altLang="zh-TW" sz="18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kubectl patch storageclass nfs -p '{"metadata": {"annotations":{"storageclass.kubernetes.io/is-default-class":"true"}}}’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fr-FR" altLang="zh-TW" sz="18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apt install nfs-common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zh-TW" sz="1800" b="1" dirty="0">
                <a:ea typeface="微軟正黑體" panose="020B0604030504040204" pitchFamily="34" charset="-120"/>
              </a:rPr>
              <a:t>add </a:t>
            </a:r>
            <a:r>
              <a:rPr lang="en-US" altLang="zh-TW" sz="1800" b="1" i="1" dirty="0">
                <a:ea typeface="微軟正黑體" panose="020B0604030504040204" pitchFamily="34" charset="-120"/>
              </a:rPr>
              <a:t>influxdb</a:t>
            </a:r>
            <a:r>
              <a:rPr lang="en-US" altLang="zh-TW" sz="1800" b="1" dirty="0">
                <a:ea typeface="微軟正黑體" panose="020B0604030504040204" pitchFamily="34" charset="-120"/>
              </a:rPr>
              <a:t> component into the line "COMPONENTS" in the file </a:t>
            </a:r>
            <a:r>
              <a:rPr lang="en-US" altLang="zh-TW" sz="1800" b="1" i="1" dirty="0">
                <a:ea typeface="微軟正黑體" panose="020B0604030504040204" pitchFamily="34" charset="-120"/>
              </a:rPr>
              <a:t>dep/ric-dep/bin/install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20</a:t>
            </a:fld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920B9AE-23A4-4CF6-9DA6-325E156BC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152" y="1124744"/>
            <a:ext cx="2160240" cy="1057617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BF64FBD1-AF11-4D9B-9B22-C169BEEC1A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084" y="5085184"/>
            <a:ext cx="4583832" cy="126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6882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" y="0"/>
            <a:ext cx="12196875" cy="980728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Install Near-RT RIC (2/2)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052736"/>
            <a:ext cx="10776600" cy="5544616"/>
          </a:xfrm>
        </p:spPr>
        <p:txBody>
          <a:bodyPr/>
          <a:lstStyle/>
          <a:p>
            <a:r>
              <a:rPr lang="zh-TW" altLang="en-US" sz="1600" b="1" dirty="0">
                <a:ea typeface="微軟正黑體" panose="020B0604030504040204" pitchFamily="34" charset="-120"/>
              </a:rPr>
              <a:t>當 </a:t>
            </a:r>
            <a:r>
              <a:rPr lang="en-US" altLang="zh-TW" sz="1600" b="1" dirty="0">
                <a:ea typeface="微軟正黑體" panose="020B0604030504040204" pitchFamily="34" charset="-120"/>
              </a:rPr>
              <a:t>xApp</a:t>
            </a:r>
            <a:r>
              <a:rPr lang="zh-TW" altLang="en-US" sz="1600" b="1" dirty="0">
                <a:ea typeface="微軟正黑體" panose="020B0604030504040204" pitchFamily="34" charset="-120"/>
              </a:rPr>
              <a:t> 欲利用 </a:t>
            </a:r>
            <a:r>
              <a:rPr lang="en-US" altLang="zh-TW" sz="1600" b="1" dirty="0">
                <a:ea typeface="微軟正黑體" panose="020B0604030504040204" pitchFamily="34" charset="-120"/>
              </a:rPr>
              <a:t>influxDB </a:t>
            </a:r>
            <a:r>
              <a:rPr lang="zh-TW" altLang="en-US" sz="1600" b="1" dirty="0">
                <a:ea typeface="微軟正黑體" panose="020B0604030504040204" pitchFamily="34" charset="-120"/>
              </a:rPr>
              <a:t>的資源時，若未設定授權選項，會出現以下字樣，</a:t>
            </a:r>
            <a:endParaRPr lang="en-US" altLang="zh-TW" sz="1600" b="1" dirty="0">
              <a:ea typeface="微軟正黑體" panose="020B0604030504040204" pitchFamily="34" charset="-120"/>
            </a:endParaRPr>
          </a:p>
          <a:p>
            <a:endParaRPr lang="en-US" altLang="zh-TW" sz="1600" b="1" dirty="0">
              <a:ea typeface="微軟正黑體" panose="020B0604030504040204" pitchFamily="34" charset="-120"/>
            </a:endParaRPr>
          </a:p>
          <a:p>
            <a:r>
              <a:rPr lang="zh-TW" altLang="en-US" sz="1600" b="1" dirty="0">
                <a:ea typeface="微軟正黑體" panose="020B0604030504040204" pitchFamily="34" charset="-120"/>
              </a:rPr>
              <a:t>因此需進入 </a:t>
            </a:r>
            <a:r>
              <a:rPr lang="en-US" altLang="zh-TW" sz="1600" b="1" i="1" dirty="0">
                <a:ea typeface="微軟正黑體" panose="020B0604030504040204" pitchFamily="34" charset="-120"/>
              </a:rPr>
              <a:t>ric-</a:t>
            </a:r>
            <a:r>
              <a:rPr lang="zh-TW" altLang="en-US" sz="1600" b="1" i="1" dirty="0">
                <a:ea typeface="微軟正黑體" panose="020B0604030504040204" pitchFamily="34" charset="-120"/>
              </a:rPr>
              <a:t> </a:t>
            </a:r>
            <a:r>
              <a:rPr lang="en-US" altLang="zh-TW" sz="1600" b="1" i="1" dirty="0">
                <a:ea typeface="微軟正黑體" panose="020B0604030504040204" pitchFamily="34" charset="-120"/>
              </a:rPr>
              <a:t>dep/helm/influxdb/values.yaml</a:t>
            </a:r>
            <a:r>
              <a:rPr lang="en-US" altLang="zh-TW" sz="1600" b="1" dirty="0">
                <a:ea typeface="微軟正黑體" panose="020B0604030504040204" pitchFamily="34" charset="-120"/>
              </a:rPr>
              <a:t>,</a:t>
            </a:r>
            <a:r>
              <a:rPr lang="zh-TW" altLang="en-US" sz="1600" b="1" dirty="0">
                <a:ea typeface="微軟正黑體" panose="020B0604030504040204" pitchFamily="34" charset="-120"/>
              </a:rPr>
              <a:t> 修改 </a:t>
            </a:r>
            <a:r>
              <a:rPr lang="en-US" altLang="zh-TW" sz="1600" b="1" dirty="0">
                <a:ea typeface="微軟正黑體" panose="020B0604030504040204" pitchFamily="34" charset="-120"/>
              </a:rPr>
              <a:t>auth-enabled</a:t>
            </a:r>
            <a:r>
              <a:rPr lang="zh-TW" altLang="en-US" sz="1600" b="1" dirty="0">
                <a:ea typeface="微軟正黑體" panose="020B0604030504040204" pitchFamily="34" charset="-120"/>
              </a:rPr>
              <a:t>：</a:t>
            </a:r>
            <a:r>
              <a:rPr lang="en-US" altLang="zh-TW" sz="1600" b="1" dirty="0">
                <a:ea typeface="微軟正黑體" panose="020B0604030504040204" pitchFamily="34" charset="-120"/>
              </a:rPr>
              <a:t>true </a:t>
            </a:r>
            <a:r>
              <a:rPr lang="zh-TW" altLang="en-US" sz="1600" b="1" dirty="0">
                <a:ea typeface="微軟正黑體" panose="020B0604030504040204" pitchFamily="34" charset="-120"/>
              </a:rPr>
              <a:t>至 </a:t>
            </a:r>
            <a:r>
              <a:rPr lang="en-US" altLang="zh-TW" sz="1600" b="1" dirty="0">
                <a:ea typeface="微軟正黑體" panose="020B0604030504040204" pitchFamily="34" charset="-120"/>
              </a:rPr>
              <a:t>false</a:t>
            </a:r>
            <a:r>
              <a:rPr lang="zh-TW" altLang="en-US" sz="1600" b="1" dirty="0">
                <a:ea typeface="微軟正黑體" panose="020B0604030504040204" pitchFamily="34" charset="-120"/>
              </a:rPr>
              <a:t> 以排除問題</a:t>
            </a:r>
            <a:endParaRPr lang="en-US" altLang="zh-TW" sz="1600" b="1" dirty="0">
              <a:ea typeface="微軟正黑體" panose="020B0604030504040204" pitchFamily="34" charset="-120"/>
            </a:endParaRPr>
          </a:p>
          <a:p>
            <a:endParaRPr lang="en-US" altLang="zh-TW" sz="1600" b="1" dirty="0">
              <a:ea typeface="微軟正黑體" panose="020B0604030504040204" pitchFamily="34" charset="-120"/>
            </a:endParaRPr>
          </a:p>
          <a:p>
            <a:endParaRPr lang="en-US" altLang="zh-TW" sz="1600" b="1" dirty="0">
              <a:ea typeface="微軟正黑體" panose="020B0604030504040204" pitchFamily="34" charset="-120"/>
            </a:endParaRPr>
          </a:p>
          <a:p>
            <a:endParaRPr lang="en-US" altLang="zh-TW" sz="1600" b="1" dirty="0">
              <a:ea typeface="微軟正黑體" panose="020B0604030504040204" pitchFamily="34" charset="-120"/>
            </a:endParaRPr>
          </a:p>
          <a:p>
            <a:endParaRPr lang="en-US" altLang="zh-TW" sz="1600" b="1" dirty="0"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1600" b="1" dirty="0">
              <a:ea typeface="微軟正黑體" panose="020B0604030504040204" pitchFamily="34" charset="-120"/>
            </a:endParaRPr>
          </a:p>
          <a:p>
            <a:r>
              <a:rPr lang="zh-TW" altLang="en-US" sz="1600" b="1" dirty="0">
                <a:ea typeface="微軟正黑體" panose="020B0604030504040204" pitchFamily="34" charset="-120"/>
              </a:rPr>
              <a:t>安裝 </a:t>
            </a:r>
            <a:r>
              <a:rPr lang="en-US" altLang="zh-TW" sz="1600" b="1" dirty="0">
                <a:ea typeface="微軟正黑體" panose="020B0604030504040204" pitchFamily="34" charset="-120"/>
              </a:rPr>
              <a:t>RIC platform (Near-RT RIC)</a:t>
            </a:r>
            <a:endParaRPr lang="en-US" altLang="zh-TW" sz="1600" b="1" dirty="0">
              <a:highlight>
                <a:srgbClr val="FFFF00"/>
              </a:highlight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./install -f ../RECIPE_EXAMPLE/example_recipe_latest_stable.yaml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kubectl get pods -n ricplt</a:t>
            </a:r>
            <a:r>
              <a:rPr lang="en-US" altLang="zh-TW" sz="1400" b="1" dirty="0"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solidFill>
                  <a:srgbClr val="31B3B9"/>
                </a:solidFill>
                <a:ea typeface="微軟正黑體" panose="020B0604030504040204" pitchFamily="34" charset="-120"/>
              </a:rPr>
              <a:t>%</a:t>
            </a:r>
            <a:r>
              <a:rPr lang="zh-TW" altLang="en-US" sz="1400" b="1" dirty="0">
                <a:solidFill>
                  <a:srgbClr val="31B3B9"/>
                </a:solidFill>
                <a:ea typeface="微軟正黑體" panose="020B0604030504040204" pitchFamily="34" charset="-120"/>
              </a:rPr>
              <a:t> 查看 </a:t>
            </a:r>
            <a:r>
              <a:rPr lang="en-US" altLang="zh-TW" sz="1400" b="1" dirty="0">
                <a:solidFill>
                  <a:srgbClr val="31B3B9"/>
                </a:solidFill>
                <a:ea typeface="微軟正黑體" panose="020B0604030504040204" pitchFamily="34" charset="-120"/>
              </a:rPr>
              <a:t>pods </a:t>
            </a:r>
            <a:r>
              <a:rPr lang="zh-TW" altLang="en-US" sz="1400" b="1" dirty="0">
                <a:solidFill>
                  <a:srgbClr val="31B3B9"/>
                </a:solidFill>
                <a:ea typeface="微軟正黑體" panose="020B0604030504040204" pitchFamily="34" charset="-120"/>
              </a:rPr>
              <a:t>狀態</a:t>
            </a:r>
            <a:endParaRPr lang="en-US" altLang="zh-TW" sz="1400" b="1" dirty="0">
              <a:solidFill>
                <a:srgbClr val="31B3B9"/>
              </a:solidFill>
              <a:ea typeface="微軟正黑體" panose="020B0604030504040204" pitchFamily="34" charset="-12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21</a:t>
            </a:fld>
            <a:endParaRPr kumimoji="1"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30535229-960E-4DF2-9D43-FBF0285C1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96" y="4581128"/>
            <a:ext cx="4464496" cy="184659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F6943D3-E47A-45C8-871B-BEBCF4CAFA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008" y="2176311"/>
            <a:ext cx="3960440" cy="161272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2B4A4C2-20E3-4472-9571-F779F94B35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199" y="1484784"/>
            <a:ext cx="4405603" cy="1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044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Install Non-RT RIC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052736"/>
            <a:ext cx="10776600" cy="5544616"/>
          </a:xfrm>
        </p:spPr>
        <p:txBody>
          <a:bodyPr/>
          <a:lstStyle/>
          <a:p>
            <a:r>
              <a:rPr lang="en-US" altLang="zh-TW" sz="18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git clone </a:t>
            </a:r>
            <a:r>
              <a:rPr lang="en-US" altLang="zh-TW" sz="1800" b="1" dirty="0">
                <a:highlight>
                  <a:srgbClr val="FFFF00"/>
                </a:highlight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https://gerrit.o-ran-sc.org/r/it/dep</a:t>
            </a:r>
            <a:endParaRPr lang="en-US" altLang="zh-TW" sz="1800" b="1" dirty="0">
              <a:highlight>
                <a:srgbClr val="FFFF00"/>
              </a:highlight>
              <a:ea typeface="微軟正黑體" panose="020B0604030504040204" pitchFamily="34" charset="-120"/>
            </a:endParaRPr>
          </a:p>
          <a:p>
            <a:r>
              <a:rPr lang="en-US" altLang="zh-TW" sz="18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dep/bin/deploy-nonrtric -f dep/nonrtric/RECIPE_EXAMPLE/example_recipe.yaml</a:t>
            </a:r>
            <a:r>
              <a:rPr lang="en-US" altLang="zh-TW" sz="1800" b="1" dirty="0">
                <a:ea typeface="微軟正黑體" panose="020B0604030504040204" pitchFamily="34" charset="-120"/>
              </a:rPr>
              <a:t> </a:t>
            </a:r>
            <a:r>
              <a:rPr lang="en-US" altLang="zh-TW" sz="1800" b="1" dirty="0">
                <a:solidFill>
                  <a:srgbClr val="31B3B9"/>
                </a:solidFill>
                <a:ea typeface="微軟正黑體" panose="020B0604030504040204" pitchFamily="34" charset="-120"/>
              </a:rPr>
              <a:t>% </a:t>
            </a:r>
            <a:r>
              <a:rPr lang="zh-TW" altLang="en-US" sz="1800" b="1" dirty="0">
                <a:solidFill>
                  <a:srgbClr val="31B3B9"/>
                </a:solidFill>
                <a:ea typeface="微軟正黑體" panose="020B0604030504040204" pitchFamily="34" charset="-120"/>
              </a:rPr>
              <a:t>安裝 </a:t>
            </a:r>
            <a:r>
              <a:rPr lang="en-US" altLang="zh-TW" sz="1800" b="1" dirty="0">
                <a:solidFill>
                  <a:srgbClr val="31B3B9"/>
                </a:solidFill>
                <a:ea typeface="微軟正黑體" panose="020B0604030504040204" pitchFamily="34" charset="-120"/>
              </a:rPr>
              <a:t>Non-RT RIC</a:t>
            </a:r>
          </a:p>
          <a:p>
            <a:r>
              <a:rPr lang="en-US" altLang="zh-TW" sz="18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kubectl get pods -n nonrtric</a:t>
            </a:r>
            <a:r>
              <a:rPr lang="en-US" altLang="zh-TW" sz="1800" b="1" dirty="0">
                <a:ea typeface="微軟正黑體" panose="020B0604030504040204" pitchFamily="34" charset="-120"/>
              </a:rPr>
              <a:t> </a:t>
            </a:r>
            <a:r>
              <a:rPr lang="en-US" altLang="zh-TW" sz="1800" b="1" dirty="0">
                <a:solidFill>
                  <a:srgbClr val="31B3B9"/>
                </a:solidFill>
                <a:ea typeface="微軟正黑體" panose="020B0604030504040204" pitchFamily="34" charset="-120"/>
              </a:rPr>
              <a:t>%</a:t>
            </a:r>
            <a:r>
              <a:rPr lang="zh-TW" altLang="en-US" sz="1800" b="1" dirty="0">
                <a:solidFill>
                  <a:srgbClr val="31B3B9"/>
                </a:solidFill>
                <a:ea typeface="微軟正黑體" panose="020B0604030504040204" pitchFamily="34" charset="-120"/>
              </a:rPr>
              <a:t> 查看 </a:t>
            </a:r>
            <a:r>
              <a:rPr lang="en-US" altLang="zh-TW" sz="1800" b="1" dirty="0">
                <a:solidFill>
                  <a:srgbClr val="31B3B9"/>
                </a:solidFill>
                <a:ea typeface="微軟正黑體" panose="020B0604030504040204" pitchFamily="34" charset="-120"/>
              </a:rPr>
              <a:t>pods </a:t>
            </a:r>
            <a:r>
              <a:rPr lang="zh-TW" altLang="en-US" sz="1800" b="1" dirty="0">
                <a:solidFill>
                  <a:srgbClr val="31B3B9"/>
                </a:solidFill>
                <a:ea typeface="微軟正黑體" panose="020B0604030504040204" pitchFamily="34" charset="-120"/>
              </a:rPr>
              <a:t>狀態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22</a:t>
            </a:fld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56F277A-F907-43D9-BB5F-4CF0F6A7F7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694" y="2780928"/>
            <a:ext cx="5008612" cy="307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05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75" y="1"/>
            <a:ext cx="12196875" cy="980728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Anomaly Detection Use Case</a:t>
            </a:r>
            <a:r>
              <a:rPr kumimoji="1"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(1/9)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23</a:t>
            </a:fld>
            <a:endParaRPr kumimoji="1"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3273691F-2EAE-4016-9DE8-578C2F1F0D3C}"/>
              </a:ext>
            </a:extLst>
          </p:cNvPr>
          <p:cNvGrpSpPr/>
          <p:nvPr/>
        </p:nvGrpSpPr>
        <p:grpSpPr>
          <a:xfrm>
            <a:off x="938669" y="1303110"/>
            <a:ext cx="6159810" cy="4434240"/>
            <a:chOff x="938669" y="1303110"/>
            <a:chExt cx="6159810" cy="4434240"/>
          </a:xfrm>
        </p:grpSpPr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49D40269-3480-42DC-BCF4-42EB467A8720}"/>
                </a:ext>
              </a:extLst>
            </p:cNvPr>
            <p:cNvSpPr/>
            <p:nvPr/>
          </p:nvSpPr>
          <p:spPr>
            <a:xfrm>
              <a:off x="938669" y="4923993"/>
              <a:ext cx="6028164" cy="813357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E2 simulator (O-CUs, O-DUs, O-RUs)</a:t>
              </a:r>
              <a:endParaRPr lang="zh-TW" altLang="en-US" dirty="0"/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8902C6FA-8144-4ADF-84B5-F4556D504A66}"/>
                </a:ext>
              </a:extLst>
            </p:cNvPr>
            <p:cNvGrpSpPr/>
            <p:nvPr/>
          </p:nvGrpSpPr>
          <p:grpSpPr>
            <a:xfrm>
              <a:off x="938669" y="1303110"/>
              <a:ext cx="6159810" cy="3625069"/>
              <a:chOff x="938669" y="1303110"/>
              <a:chExt cx="6159810" cy="3625069"/>
            </a:xfrm>
          </p:grpSpPr>
          <p:sp>
            <p:nvSpPr>
              <p:cNvPr id="29" name="Rectangle 1">
                <a:extLst>
                  <a:ext uri="{FF2B5EF4-FFF2-40B4-BE49-F238E27FC236}">
                    <a16:creationId xmlns:a16="http://schemas.microsoft.com/office/drawing/2014/main" id="{85DCA361-4294-4607-BDBF-2F26306C5914}"/>
                  </a:ext>
                </a:extLst>
              </p:cNvPr>
              <p:cNvSpPr/>
              <p:nvPr/>
            </p:nvSpPr>
            <p:spPr>
              <a:xfrm>
                <a:off x="938669" y="1303110"/>
                <a:ext cx="6036396" cy="3168351"/>
              </a:xfrm>
              <a:prstGeom prst="rect">
                <a:avLst/>
              </a:prstGeom>
              <a:solidFill>
                <a:srgbClr val="D0EDB5"/>
              </a:solidFill>
              <a:ln w="12700" cap="flat" cmpd="sng" algn="ctr">
                <a:solidFill>
                  <a:srgbClr val="D0EDB5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266700" dist="38100" dir="2700000" sx="122000" sy="122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26314BA3-BB7F-44A9-BDA4-A92CFC2913DA}"/>
                  </a:ext>
                </a:extLst>
              </p:cNvPr>
              <p:cNvSpPr/>
              <p:nvPr/>
            </p:nvSpPr>
            <p:spPr>
              <a:xfrm>
                <a:off x="1730086" y="3613652"/>
                <a:ext cx="1249200" cy="460800"/>
              </a:xfrm>
              <a:prstGeom prst="rect">
                <a:avLst/>
              </a:prstGeom>
              <a:noFill/>
              <a:ln w="12700" cap="flat" cmpd="sng" algn="ctr">
                <a:solidFill>
                  <a:schemeClr val="bg1">
                    <a:lumMod val="75000"/>
                  </a:schemeClr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75000"/>
                      </a:schemeClr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KPIMON xApp</a:t>
                </a:r>
              </a:p>
            </p:txBody>
          </p:sp>
          <p:sp>
            <p:nvSpPr>
              <p:cNvPr id="13" name="Rectangle 8">
                <a:extLst>
                  <a:ext uri="{FF2B5EF4-FFF2-40B4-BE49-F238E27FC236}">
                    <a16:creationId xmlns:a16="http://schemas.microsoft.com/office/drawing/2014/main" id="{E3DC6F4D-7B4E-4241-B982-1CE3EB0AD900}"/>
                  </a:ext>
                </a:extLst>
              </p:cNvPr>
              <p:cNvSpPr/>
              <p:nvPr/>
            </p:nvSpPr>
            <p:spPr>
              <a:xfrm>
                <a:off x="4935495" y="2764111"/>
                <a:ext cx="1249200" cy="460800"/>
              </a:xfrm>
              <a:prstGeom prst="rect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TS xApp</a:t>
                </a:r>
              </a:p>
            </p:txBody>
          </p:sp>
          <p:sp>
            <p:nvSpPr>
              <p:cNvPr id="14" name="Rectangle 9">
                <a:extLst>
                  <a:ext uri="{FF2B5EF4-FFF2-40B4-BE49-F238E27FC236}">
                    <a16:creationId xmlns:a16="http://schemas.microsoft.com/office/drawing/2014/main" id="{69F411C6-89C5-4CBE-9AE0-90ED9938F0C1}"/>
                  </a:ext>
                </a:extLst>
              </p:cNvPr>
              <p:cNvSpPr/>
              <p:nvPr/>
            </p:nvSpPr>
            <p:spPr>
              <a:xfrm>
                <a:off x="1255301" y="1553047"/>
                <a:ext cx="1250584" cy="461647"/>
              </a:xfrm>
              <a:prstGeom prst="rect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AD</a:t>
                </a:r>
                <a:r>
                  <a:rPr lang="en-US" kern="0" dirty="0">
                    <a:solidFill>
                      <a:prstClr val="white"/>
                    </a:solidFill>
                    <a:latin typeface="+mj-lt"/>
                  </a:rPr>
                  <a:t> xApp</a:t>
                </a:r>
                <a:endPara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5" name="Can 10">
                <a:extLst>
                  <a:ext uri="{FF2B5EF4-FFF2-40B4-BE49-F238E27FC236}">
                    <a16:creationId xmlns:a16="http://schemas.microsoft.com/office/drawing/2014/main" id="{153BDCFF-115E-4CE8-A85D-9BC8D8F8A5D3}"/>
                  </a:ext>
                </a:extLst>
              </p:cNvPr>
              <p:cNvSpPr/>
              <p:nvPr/>
            </p:nvSpPr>
            <p:spPr>
              <a:xfrm>
                <a:off x="1521927" y="2616126"/>
                <a:ext cx="1250584" cy="518708"/>
              </a:xfrm>
              <a:prstGeom prst="can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influx DB</a:t>
                </a:r>
              </a:p>
            </p:txBody>
          </p:sp>
          <p:sp>
            <p:nvSpPr>
              <p:cNvPr id="16" name="Rectangle 11">
                <a:extLst>
                  <a:ext uri="{FF2B5EF4-FFF2-40B4-BE49-F238E27FC236}">
                    <a16:creationId xmlns:a16="http://schemas.microsoft.com/office/drawing/2014/main" id="{AE8A609C-A971-4688-AA69-909C51EEDDEE}"/>
                  </a:ext>
                </a:extLst>
              </p:cNvPr>
              <p:cNvSpPr/>
              <p:nvPr/>
            </p:nvSpPr>
            <p:spPr>
              <a:xfrm>
                <a:off x="4642812" y="1427344"/>
                <a:ext cx="1249200" cy="460800"/>
              </a:xfrm>
              <a:prstGeom prst="rect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QP</a:t>
                </a:r>
                <a:r>
                  <a:rPr lang="en-US" kern="0" dirty="0">
                    <a:solidFill>
                      <a:prstClr val="white"/>
                    </a:solidFill>
                    <a:latin typeface="+mj-lt"/>
                  </a:rPr>
                  <a:t> xApp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cxnSp>
            <p:nvCxnSpPr>
              <p:cNvPr id="17" name="Straight Arrow Connector 13">
                <a:extLst>
                  <a:ext uri="{FF2B5EF4-FFF2-40B4-BE49-F238E27FC236}">
                    <a16:creationId xmlns:a16="http://schemas.microsoft.com/office/drawing/2014/main" id="{94A7F784-2823-41C5-ACD9-3569B814E7DE}"/>
                  </a:ext>
                </a:extLst>
              </p:cNvPr>
              <p:cNvCxnSpPr>
                <a:cxnSpLocks/>
                <a:stCxn id="10" idx="0"/>
                <a:endCxn id="15" idx="3"/>
              </p:cNvCxnSpPr>
              <p:nvPr/>
            </p:nvCxnSpPr>
            <p:spPr>
              <a:xfrm flipH="1" flipV="1">
                <a:off x="2147219" y="3134834"/>
                <a:ext cx="207467" cy="478818"/>
              </a:xfrm>
              <a:prstGeom prst="straightConnector1">
                <a:avLst/>
              </a:prstGeom>
              <a:noFill/>
              <a:ln w="6350" cap="flat" cmpd="sng" algn="ctr">
                <a:solidFill>
                  <a:schemeClr val="bg1">
                    <a:lumMod val="75000"/>
                  </a:schemeClr>
                </a:solidFill>
                <a:prstDash val="dash"/>
                <a:miter lim="800000"/>
                <a:tailEnd type="triangle"/>
              </a:ln>
              <a:effectLst/>
            </p:spPr>
          </p:cxnSp>
          <p:cxnSp>
            <p:nvCxnSpPr>
              <p:cNvPr id="18" name="Straight Arrow Connector 15">
                <a:extLst>
                  <a:ext uri="{FF2B5EF4-FFF2-40B4-BE49-F238E27FC236}">
                    <a16:creationId xmlns:a16="http://schemas.microsoft.com/office/drawing/2014/main" id="{B282A2B3-23CF-4258-B017-750B8BA44B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946" y="2020761"/>
                <a:ext cx="266626" cy="601432"/>
              </a:xfrm>
              <a:prstGeom prst="straightConnector1">
                <a:avLst/>
              </a:prstGeom>
              <a:noFill/>
              <a:ln w="6350" cap="flat" cmpd="sng" algn="ctr">
                <a:solidFill>
                  <a:srgbClr val="4472C4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2EE606A6-06F7-4C9A-8ACF-204463BABA85}"/>
                  </a:ext>
                </a:extLst>
              </p:cNvPr>
              <p:cNvCxnSpPr>
                <a:cxnSpLocks/>
                <a:stCxn id="14" idx="3"/>
                <a:endCxn id="13" idx="1"/>
              </p:cNvCxnSpPr>
              <p:nvPr/>
            </p:nvCxnSpPr>
            <p:spPr>
              <a:xfrm>
                <a:off x="2505885" y="1783871"/>
                <a:ext cx="2429610" cy="1210640"/>
              </a:xfrm>
              <a:prstGeom prst="straightConnector1">
                <a:avLst/>
              </a:prstGeom>
              <a:noFill/>
              <a:ln w="6350" cap="flat" cmpd="sng" algn="ctr">
                <a:solidFill>
                  <a:srgbClr val="4472C4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F9CAAE6-73AC-4280-8B5C-D00EB2068268}"/>
                  </a:ext>
                </a:extLst>
              </p:cNvPr>
              <p:cNvSpPr txBox="1"/>
              <p:nvPr/>
            </p:nvSpPr>
            <p:spPr>
              <a:xfrm>
                <a:off x="2625634" y="1812319"/>
                <a:ext cx="1327117" cy="369332"/>
              </a:xfrm>
              <a:prstGeom prst="rect">
                <a:avLst/>
              </a:prstGeom>
              <a:solidFill>
                <a:srgbClr val="D0EDB5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j-lt"/>
                  </a:rPr>
                  <a:t>Step 3.</a:t>
                </a:r>
                <a:r>
                  <a:rPr kumimoji="0" 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rPr>
                  <a:t> Anomaly detection (send UEID)</a:t>
                </a:r>
              </a:p>
            </p:txBody>
          </p:sp>
          <p:cxnSp>
            <p:nvCxnSpPr>
              <p:cNvPr id="21" name="Straight Arrow Connector 23">
                <a:extLst>
                  <a:ext uri="{FF2B5EF4-FFF2-40B4-BE49-F238E27FC236}">
                    <a16:creationId xmlns:a16="http://schemas.microsoft.com/office/drawing/2014/main" id="{E7FD81B9-D5CC-44A4-A69E-D9D4EE0396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28641" y="1893833"/>
                <a:ext cx="292683" cy="875967"/>
              </a:xfrm>
              <a:prstGeom prst="straightConnector1">
                <a:avLst/>
              </a:prstGeom>
              <a:noFill/>
              <a:ln w="6350" cap="flat" cmpd="sng" algn="ctr">
                <a:solidFill>
                  <a:srgbClr val="4472C4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22" name="TextBox 24">
                <a:extLst>
                  <a:ext uri="{FF2B5EF4-FFF2-40B4-BE49-F238E27FC236}">
                    <a16:creationId xmlns:a16="http://schemas.microsoft.com/office/drawing/2014/main" id="{72A9CC9A-523F-4AE7-B4CC-F25EA157D55B}"/>
                  </a:ext>
                </a:extLst>
              </p:cNvPr>
              <p:cNvSpPr txBox="1"/>
              <p:nvPr/>
            </p:nvSpPr>
            <p:spPr>
              <a:xfrm>
                <a:off x="4348700" y="2164379"/>
                <a:ext cx="1157839" cy="369332"/>
              </a:xfrm>
              <a:prstGeom prst="rect">
                <a:avLst/>
              </a:prstGeom>
              <a:solidFill>
                <a:srgbClr val="D0EDB5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900" kern="0" dirty="0">
                    <a:solidFill>
                      <a:srgbClr val="FF0000"/>
                    </a:solidFill>
                    <a:latin typeface="+mj-lt"/>
                  </a:rPr>
                  <a:t>Step 4.</a:t>
                </a:r>
                <a:r>
                  <a:rPr lang="en-US" sz="900" kern="0" dirty="0">
                    <a:solidFill>
                      <a:prstClr val="black"/>
                    </a:solidFill>
                    <a:latin typeface="+mj-lt"/>
                  </a:rPr>
                  <a:t> </a:t>
                </a:r>
                <a:r>
                  <a:rPr kumimoji="0" 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rPr>
                  <a:t>Prediction request (send UEID)</a:t>
                </a:r>
              </a:p>
            </p:txBody>
          </p:sp>
          <p:cxnSp>
            <p:nvCxnSpPr>
              <p:cNvPr id="27" name="Straight Arrow Connector 32">
                <a:extLst>
                  <a:ext uri="{FF2B5EF4-FFF2-40B4-BE49-F238E27FC236}">
                    <a16:creationId xmlns:a16="http://schemas.microsoft.com/office/drawing/2014/main" id="{C5EBB05E-E28B-4D85-822E-E478879CB47D}"/>
                  </a:ext>
                </a:extLst>
              </p:cNvPr>
              <p:cNvCxnSpPr>
                <a:cxnSpLocks/>
                <a:stCxn id="16" idx="1"/>
                <a:endCxn id="15" idx="4"/>
              </p:cNvCxnSpPr>
              <p:nvPr/>
            </p:nvCxnSpPr>
            <p:spPr>
              <a:xfrm flipH="1">
                <a:off x="2772511" y="1657744"/>
                <a:ext cx="1870301" cy="1217736"/>
              </a:xfrm>
              <a:prstGeom prst="straightConnector1">
                <a:avLst/>
              </a:prstGeom>
              <a:noFill/>
              <a:ln w="6350" cap="flat" cmpd="sng" algn="ctr">
                <a:solidFill>
                  <a:srgbClr val="4472C4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62" name="Straight Arrow Connector 23">
                <a:extLst>
                  <a:ext uri="{FF2B5EF4-FFF2-40B4-BE49-F238E27FC236}">
                    <a16:creationId xmlns:a16="http://schemas.microsoft.com/office/drawing/2014/main" id="{2CF4C109-DC72-40DC-A55F-D7A1080576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506539" y="1893833"/>
                <a:ext cx="292683" cy="875967"/>
              </a:xfrm>
              <a:prstGeom prst="straightConnector1">
                <a:avLst/>
              </a:prstGeom>
              <a:noFill/>
              <a:ln w="6350" cap="flat" cmpd="sng" algn="ctr">
                <a:solidFill>
                  <a:srgbClr val="4472C4"/>
                </a:solidFill>
                <a:prstDash val="solid"/>
                <a:miter lim="800000"/>
                <a:headEnd type="triangle" w="med" len="med"/>
                <a:tailEnd type="none" w="med" len="med"/>
              </a:ln>
              <a:effectLst/>
            </p:spPr>
          </p:cxnSp>
          <p:sp>
            <p:nvSpPr>
              <p:cNvPr id="24" name="TextBox 27">
                <a:extLst>
                  <a:ext uri="{FF2B5EF4-FFF2-40B4-BE49-F238E27FC236}">
                    <a16:creationId xmlns:a16="http://schemas.microsoft.com/office/drawing/2014/main" id="{C702CA92-9173-4205-A9C4-74803960A1FE}"/>
                  </a:ext>
                </a:extLst>
              </p:cNvPr>
              <p:cNvSpPr txBox="1"/>
              <p:nvPr/>
            </p:nvSpPr>
            <p:spPr>
              <a:xfrm>
                <a:off x="5429136" y="2074359"/>
                <a:ext cx="1451119" cy="369332"/>
              </a:xfrm>
              <a:prstGeom prst="rect">
                <a:avLst/>
              </a:prstGeom>
              <a:solidFill>
                <a:srgbClr val="D0EDB5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j-lt"/>
                  </a:rPr>
                  <a:t>Step 5.</a:t>
                </a:r>
                <a:r>
                  <a:rPr kumimoji="0" 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rPr>
                  <a:t> Prediction  (UEID,cell1,tp1,cell2,tp2)</a:t>
                </a:r>
              </a:p>
            </p:txBody>
          </p:sp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6A33ABD6-4E4E-412E-AD3C-C4B7000610CB}"/>
                  </a:ext>
                </a:extLst>
              </p:cNvPr>
              <p:cNvSpPr txBox="1"/>
              <p:nvPr/>
            </p:nvSpPr>
            <p:spPr>
              <a:xfrm>
                <a:off x="6042867" y="2884971"/>
                <a:ext cx="1055612" cy="313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TW" sz="900" dirty="0">
                    <a:latin typeface="+mj-lt"/>
                    <a:ea typeface="Microsoft JhengHei UI" panose="020B0604030504040204" pitchFamily="34" charset="-120"/>
                  </a:rPr>
                  <a:t>UE handover decision</a:t>
                </a:r>
                <a:endParaRPr lang="zh-TW" altLang="en-US" sz="900" dirty="0">
                  <a:latin typeface="+mj-lt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C7D78130-0CA1-4DAB-894A-9D82A2C2930B}"/>
                  </a:ext>
                </a:extLst>
              </p:cNvPr>
              <p:cNvSpPr txBox="1"/>
              <p:nvPr/>
            </p:nvSpPr>
            <p:spPr>
              <a:xfrm>
                <a:off x="5732561" y="4190084"/>
                <a:ext cx="1232838" cy="2646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TW" sz="1400" b="1" dirty="0">
                    <a:latin typeface="+mj-lt"/>
                    <a:ea typeface="Microsoft JhengHei UI" panose="020B0604030504040204" pitchFamily="34" charset="-120"/>
                  </a:rPr>
                  <a:t>Near-RT RIC</a:t>
                </a:r>
                <a:endParaRPr lang="zh-TW" altLang="en-US" sz="1400" b="1" dirty="0">
                  <a:latin typeface="+mj-lt"/>
                  <a:ea typeface="Microsoft JhengHei UI" panose="020B0604030504040204" pitchFamily="34" charset="-120"/>
                </a:endParaRPr>
              </a:p>
            </p:txBody>
          </p:sp>
          <p:cxnSp>
            <p:nvCxnSpPr>
              <p:cNvPr id="94" name="直線單箭頭接點 93">
                <a:extLst>
                  <a:ext uri="{FF2B5EF4-FFF2-40B4-BE49-F238E27FC236}">
                    <a16:creationId xmlns:a16="http://schemas.microsoft.com/office/drawing/2014/main" id="{E9EC8DE8-4D12-4BD1-A752-CB079E0B94F0}"/>
                  </a:ext>
                </a:extLst>
              </p:cNvPr>
              <p:cNvCxnSpPr>
                <a:cxnSpLocks/>
                <a:stCxn id="10" idx="2"/>
              </p:cNvCxnSpPr>
              <p:nvPr/>
            </p:nvCxnSpPr>
            <p:spPr>
              <a:xfrm>
                <a:off x="2354686" y="4074452"/>
                <a:ext cx="0" cy="853727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線單箭頭接點 96">
                <a:extLst>
                  <a:ext uri="{FF2B5EF4-FFF2-40B4-BE49-F238E27FC236}">
                    <a16:creationId xmlns:a16="http://schemas.microsoft.com/office/drawing/2014/main" id="{62499FDC-F498-4ADB-96CA-B6A00E334F88}"/>
                  </a:ext>
                </a:extLst>
              </p:cNvPr>
              <p:cNvCxnSpPr>
                <a:stCxn id="13" idx="2"/>
              </p:cNvCxnSpPr>
              <p:nvPr/>
            </p:nvCxnSpPr>
            <p:spPr>
              <a:xfrm>
                <a:off x="5560095" y="3224911"/>
                <a:ext cx="0" cy="1699082"/>
              </a:xfrm>
              <a:prstGeom prst="straightConnector1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30">
                <a:extLst>
                  <a:ext uri="{FF2B5EF4-FFF2-40B4-BE49-F238E27FC236}">
                    <a16:creationId xmlns:a16="http://schemas.microsoft.com/office/drawing/2014/main" id="{ECBBC91E-0B2B-4BF9-8B61-35837376CE25}"/>
                  </a:ext>
                </a:extLst>
              </p:cNvPr>
              <p:cNvSpPr txBox="1"/>
              <p:nvPr/>
            </p:nvSpPr>
            <p:spPr>
              <a:xfrm>
                <a:off x="5028641" y="3517721"/>
                <a:ext cx="1082550" cy="507831"/>
              </a:xfrm>
              <a:prstGeom prst="rect">
                <a:avLst/>
              </a:prstGeom>
              <a:solidFill>
                <a:srgbClr val="D0EDB5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75000"/>
                      </a:schemeClr>
                    </a:solidFill>
                    <a:effectLst/>
                    <a:uLnTx/>
                    <a:uFillTx/>
                    <a:latin typeface="+mj-lt"/>
                  </a:rPr>
                  <a:t>Step 6. REST(handover(UEID,cell1))</a:t>
                </a:r>
              </a:p>
            </p:txBody>
          </p:sp>
          <p:sp>
            <p:nvSpPr>
              <p:cNvPr id="12" name="TextBox 7">
                <a:extLst>
                  <a:ext uri="{FF2B5EF4-FFF2-40B4-BE49-F238E27FC236}">
                    <a16:creationId xmlns:a16="http://schemas.microsoft.com/office/drawing/2014/main" id="{3E88CFEF-98CE-4549-BE18-2834524632BF}"/>
                  </a:ext>
                </a:extLst>
              </p:cNvPr>
              <p:cNvSpPr txBox="1"/>
              <p:nvPr/>
            </p:nvSpPr>
            <p:spPr>
              <a:xfrm>
                <a:off x="2169527" y="4172730"/>
                <a:ext cx="1047082" cy="230832"/>
              </a:xfrm>
              <a:prstGeom prst="rect">
                <a:avLst/>
              </a:prstGeom>
              <a:solidFill>
                <a:srgbClr val="D0EDB5"/>
              </a:solidFill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75000"/>
                      </a:schemeClr>
                    </a:solidFill>
                    <a:effectLst/>
                    <a:uLnTx/>
                    <a:uFillTx/>
                    <a:latin typeface="+mj-lt"/>
                  </a:rPr>
                  <a:t>E2 – KPM 2.0 SM</a:t>
                </a:r>
              </a:p>
            </p:txBody>
          </p:sp>
          <p:cxnSp>
            <p:nvCxnSpPr>
              <p:cNvPr id="102" name="Straight Arrow Connector 15">
                <a:extLst>
                  <a:ext uri="{FF2B5EF4-FFF2-40B4-BE49-F238E27FC236}">
                    <a16:creationId xmlns:a16="http://schemas.microsoft.com/office/drawing/2014/main" id="{A351A6D3-9C80-472E-BD07-E9FDECF887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8815" y="2019100"/>
                <a:ext cx="266626" cy="601432"/>
              </a:xfrm>
              <a:prstGeom prst="straightConnector1">
                <a:avLst/>
              </a:prstGeom>
              <a:noFill/>
              <a:ln w="6350" cap="flat" cmpd="sng" algn="ctr">
                <a:solidFill>
                  <a:srgbClr val="4472C4"/>
                </a:solidFill>
                <a:prstDash val="solid"/>
                <a:miter lim="800000"/>
                <a:headEnd type="triangle" w="med" len="med"/>
                <a:tailEnd type="none" w="med" len="med"/>
              </a:ln>
              <a:effectLst/>
            </p:spPr>
          </p:cxnSp>
          <p:sp>
            <p:nvSpPr>
              <p:cNvPr id="103" name="TextBox 19">
                <a:extLst>
                  <a:ext uri="{FF2B5EF4-FFF2-40B4-BE49-F238E27FC236}">
                    <a16:creationId xmlns:a16="http://schemas.microsoft.com/office/drawing/2014/main" id="{BD05FE96-E380-4FBF-A1FC-C733E14FBE37}"/>
                  </a:ext>
                </a:extLst>
              </p:cNvPr>
              <p:cNvSpPr txBox="1"/>
              <p:nvPr/>
            </p:nvSpPr>
            <p:spPr>
              <a:xfrm>
                <a:off x="938669" y="2252432"/>
                <a:ext cx="1187454" cy="230832"/>
              </a:xfrm>
              <a:prstGeom prst="rect">
                <a:avLst/>
              </a:prstGeom>
              <a:solidFill>
                <a:srgbClr val="D0EDB5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j-lt"/>
                  </a:rPr>
                  <a:t>Step 2.</a:t>
                </a:r>
                <a:r>
                  <a:rPr kumimoji="0" 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rPr>
                  <a:t> F</a:t>
                </a:r>
                <a:r>
                  <a:rPr lang="en-US" sz="900" kern="0" dirty="0">
                    <a:solidFill>
                      <a:prstClr val="black"/>
                    </a:solidFill>
                    <a:latin typeface="+mj-lt"/>
                  </a:rPr>
                  <a:t>etch UE data</a:t>
                </a:r>
                <a:endPara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  <p:sp>
            <p:nvSpPr>
              <p:cNvPr id="104" name="TextBox 19">
                <a:extLst>
                  <a:ext uri="{FF2B5EF4-FFF2-40B4-BE49-F238E27FC236}">
                    <a16:creationId xmlns:a16="http://schemas.microsoft.com/office/drawing/2014/main" id="{AA52B637-9CF8-4EF7-ADED-2843EB17BA96}"/>
                  </a:ext>
                </a:extLst>
              </p:cNvPr>
              <p:cNvSpPr txBox="1"/>
              <p:nvPr/>
            </p:nvSpPr>
            <p:spPr>
              <a:xfrm>
                <a:off x="1312820" y="3287493"/>
                <a:ext cx="1285241" cy="230832"/>
              </a:xfrm>
              <a:prstGeom prst="rect">
                <a:avLst/>
              </a:prstGeom>
              <a:solidFill>
                <a:srgbClr val="D0EDB5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75000"/>
                      </a:schemeClr>
                    </a:solidFill>
                    <a:effectLst/>
                    <a:uLnTx/>
                    <a:uFillTx/>
                    <a:latin typeface="+mj-lt"/>
                  </a:rPr>
                  <a:t>Step 1.</a:t>
                </a:r>
                <a:r>
                  <a:rPr lang="en-US" sz="900" kern="0" dirty="0">
                    <a:solidFill>
                      <a:schemeClr val="bg1">
                        <a:lumMod val="75000"/>
                      </a:schemeClr>
                    </a:solidFill>
                    <a:latin typeface="+mj-lt"/>
                  </a:rPr>
                  <a:t> Write</a:t>
                </a:r>
                <a:r>
                  <a:rPr lang="zh-TW" altLang="en-US" sz="900" kern="0" dirty="0">
                    <a:solidFill>
                      <a:schemeClr val="bg1">
                        <a:lumMod val="75000"/>
                      </a:schemeClr>
                    </a:solidFill>
                    <a:latin typeface="+mj-lt"/>
                  </a:rPr>
                  <a:t> </a:t>
                </a:r>
                <a:r>
                  <a:rPr lang="en-US" sz="900" kern="0" dirty="0">
                    <a:solidFill>
                      <a:schemeClr val="bg1">
                        <a:lumMod val="75000"/>
                      </a:schemeClr>
                    </a:solidFill>
                    <a:latin typeface="+mj-lt"/>
                  </a:rPr>
                  <a:t>UE</a:t>
                </a:r>
                <a:r>
                  <a:rPr lang="zh-TW" altLang="en-US" sz="900" kern="0" dirty="0">
                    <a:solidFill>
                      <a:schemeClr val="bg1">
                        <a:lumMod val="75000"/>
                      </a:schemeClr>
                    </a:solidFill>
                    <a:latin typeface="+mj-lt"/>
                  </a:rPr>
                  <a:t> </a:t>
                </a:r>
                <a:r>
                  <a:rPr lang="en-US" sz="900" kern="0" dirty="0">
                    <a:solidFill>
                      <a:schemeClr val="bg1">
                        <a:lumMod val="75000"/>
                      </a:schemeClr>
                    </a:solidFill>
                    <a:latin typeface="+mj-lt"/>
                  </a:rPr>
                  <a:t>data</a:t>
                </a:r>
                <a:endPara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LnTx/>
                  <a:uFillTx/>
                  <a:latin typeface="+mj-lt"/>
                </a:endParaRPr>
              </a:p>
            </p:txBody>
          </p:sp>
        </p:grpSp>
      </p:grp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FC3F97C4-E6F0-4DCD-BE79-7DA753E53804}"/>
              </a:ext>
            </a:extLst>
          </p:cNvPr>
          <p:cNvSpPr txBox="1"/>
          <p:nvPr/>
        </p:nvSpPr>
        <p:spPr>
          <a:xfrm>
            <a:off x="7248128" y="2636912"/>
            <a:ext cx="4392487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TW" sz="1600" b="1" dirty="0"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AD: </a:t>
            </a:r>
            <a:r>
              <a:rPr lang="en-US" altLang="zh-TW" sz="1600" b="1" dirty="0">
                <a:latin typeface="Calibri" panose="020F0502020204030204" pitchFamily="34" charset="0"/>
                <a:cs typeface="Calibri" panose="020F0502020204030204" pitchFamily="34" charset="0"/>
              </a:rPr>
              <a:t>Anomaly Detection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TW" sz="1600" b="1" dirty="0"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QP: QoE Predictor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TW" sz="1600" b="1" dirty="0"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TS: Traffic Steering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TW" sz="1600" b="1" dirty="0"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DB: Database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TW" sz="1600" b="1" dirty="0"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xApp deployment sequence: AD→TS→QP</a:t>
            </a:r>
          </a:p>
          <a:p>
            <a:pPr marL="742950" lvl="1" indent="-285750" algn="just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solidFill>
                  <a:srgbClr val="0066FF"/>
                </a:solidFill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xApp </a:t>
            </a:r>
            <a:r>
              <a:rPr lang="zh-TW" altLang="en-US" sz="1400" b="1" dirty="0">
                <a:solidFill>
                  <a:srgbClr val="0066FF"/>
                </a:solidFill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佈署 </a:t>
            </a:r>
            <a:r>
              <a:rPr lang="en-US" altLang="zh-TW" sz="1400" b="1" dirty="0">
                <a:solidFill>
                  <a:srgbClr val="0066FF"/>
                </a:solidFill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3</a:t>
            </a:r>
            <a:r>
              <a:rPr lang="zh-TW" altLang="en-US" sz="1400" b="1" dirty="0">
                <a:solidFill>
                  <a:srgbClr val="0066FF"/>
                </a:solidFill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 步驟</a:t>
            </a:r>
            <a:r>
              <a:rPr lang="en-US" altLang="zh-TW" sz="1400" b="1" dirty="0">
                <a:solidFill>
                  <a:srgbClr val="0066FF"/>
                </a:solidFill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:</a:t>
            </a:r>
          </a:p>
          <a:p>
            <a:pPr marL="1257300" lvl="2" indent="-342900" algn="just">
              <a:buFont typeface="+mj-lt"/>
              <a:buAutoNum type="arabicPeriod"/>
            </a:pPr>
            <a:r>
              <a:rPr lang="zh-TW" altLang="en-US" sz="1400" b="1" dirty="0"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取得 </a:t>
            </a:r>
            <a:r>
              <a:rPr lang="en-US" altLang="zh-TW" sz="1400" b="1" dirty="0"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xApp</a:t>
            </a:r>
          </a:p>
          <a:p>
            <a:pPr marL="1257300" lvl="2" indent="-342900" algn="just">
              <a:buFont typeface="+mj-lt"/>
              <a:buAutoNum type="arabicPeriod"/>
            </a:pPr>
            <a:r>
              <a:rPr lang="zh-TW" altLang="en-US" sz="1400" b="1" dirty="0"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上架 </a:t>
            </a:r>
            <a:r>
              <a:rPr lang="en-US" altLang="zh-TW" sz="1400" b="1" dirty="0"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xApp</a:t>
            </a:r>
          </a:p>
          <a:p>
            <a:pPr marL="1257300" lvl="2" indent="-342900" algn="just">
              <a:buFont typeface="+mj-lt"/>
              <a:buAutoNum type="arabicPeriod"/>
            </a:pPr>
            <a:r>
              <a:rPr lang="zh-TW" altLang="en-US" sz="1400" b="1" dirty="0"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安裝 </a:t>
            </a:r>
            <a:r>
              <a:rPr lang="en-US" altLang="zh-TW" sz="1400" b="1" dirty="0"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xApp </a:t>
            </a:r>
            <a:endParaRPr lang="zh-TW" altLang="en-US" sz="1400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0026B6-A669-420F-915E-067732D424F7}"/>
              </a:ext>
            </a:extLst>
          </p:cNvPr>
          <p:cNvSpPr/>
          <p:nvPr/>
        </p:nvSpPr>
        <p:spPr>
          <a:xfrm>
            <a:off x="9552384" y="6021288"/>
            <a:ext cx="172835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100" b="1" dirty="0"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QoE: quality of experience</a:t>
            </a:r>
            <a:endParaRPr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835918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Anomaly Detection Use Case</a:t>
            </a:r>
            <a:r>
              <a:rPr kumimoji="1"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(2/9)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052736"/>
            <a:ext cx="10776600" cy="5544616"/>
          </a:xfrm>
        </p:spPr>
        <p:txBody>
          <a:bodyPr/>
          <a:lstStyle/>
          <a:p>
            <a:r>
              <a:rPr lang="en-US" altLang="zh-TW" sz="1600" b="1" dirty="0">
                <a:ea typeface="微軟正黑體" panose="020B0604030504040204" pitchFamily="34" charset="-120"/>
              </a:rPr>
              <a:t>Install dms_cli tool: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git clone "https://gerrit.o-ran-sc.org/r/ric-plt/appmgr"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cd appmgr/xapp_orchestrater/dev/xapp_onboarder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apt install -y python3-pip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pip3 uninstall xapp_onboarder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pip3 install ./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export CHART_REPO_URL=http://0.0.0.0:8090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dms_cli health</a:t>
            </a:r>
            <a:r>
              <a:rPr lang="en-US" altLang="zh-TW" sz="1400" b="1" dirty="0"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solidFill>
                  <a:srgbClr val="289398"/>
                </a:solidFill>
                <a:ea typeface="微軟正黑體" panose="020B0604030504040204" pitchFamily="34" charset="-120"/>
              </a:rPr>
              <a:t>% check dms health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zh-TW" sz="16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docker run --rm -u 0 -it -d -p 8090:8080 -e DEBUG=1 -e STORAGE=local -e STORAGE_LOCAL_ROOTDIR=/charts -v $(pwd)/charts:/charts chartmuseum/chartmuseum:latest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zh-TW" sz="1600" b="1" dirty="0">
                <a:ea typeface="微軟正黑體" panose="020B0604030504040204" pitchFamily="34" charset="-120"/>
              </a:rPr>
              <a:t>Install ad xApp: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git clone --branch f-release </a:t>
            </a: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https://gerrit.o-ran-sc.org/r/ric-app/ad</a:t>
            </a:r>
            <a:endParaRPr lang="en-US" altLang="zh-TW" sz="1400" b="1" dirty="0">
              <a:highlight>
                <a:srgbClr val="FFFF00"/>
              </a:highlight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ea typeface="微軟正黑體" panose="020B0604030504040204" pitchFamily="34" charset="-120"/>
              </a:rPr>
              <a:t>modify the host IP (influxdb service IP) in </a:t>
            </a:r>
            <a:r>
              <a:rPr lang="en-US" altLang="zh-TW" sz="1400" b="1" i="1" dirty="0">
                <a:ea typeface="微軟正黑體" panose="020B0604030504040204" pitchFamily="34" charset="-120"/>
              </a:rPr>
              <a:t>database.py</a:t>
            </a:r>
            <a:r>
              <a:rPr lang="en-US" altLang="zh-TW" sz="1400" b="1" dirty="0">
                <a:ea typeface="微軟正黑體" panose="020B0604030504040204" pitchFamily="34" charset="-120"/>
              </a:rPr>
              <a:t> and </a:t>
            </a:r>
            <a:r>
              <a:rPr lang="en-US" altLang="zh-TW" sz="1400" b="1" i="1" dirty="0">
                <a:ea typeface="微軟正黑體" panose="020B0604030504040204" pitchFamily="34" charset="-120"/>
              </a:rPr>
              <a:t>insert.py</a:t>
            </a:r>
            <a:r>
              <a:rPr lang="en-US" altLang="zh-TW" sz="1400" b="1" dirty="0">
                <a:ea typeface="微軟正黑體" panose="020B0604030504040204" pitchFamily="34" charset="-120"/>
              </a:rPr>
              <a:t> file</a:t>
            </a:r>
            <a:endParaRPr lang="en-US" altLang="zh-TW" sz="1200" b="1" dirty="0">
              <a:ea typeface="微軟正黑體" panose="020B0604030504040204" pitchFamily="34" charset="-12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24</a:t>
            </a:fld>
            <a:endParaRPr kumimoji="1"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C3863A0-7EAC-4C9A-B0BE-E06092E467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628" y="4762028"/>
            <a:ext cx="3432818" cy="1656184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30A14E50-AD55-4676-959F-CE621E7868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388" y="4762028"/>
            <a:ext cx="2785646" cy="1656184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954A090B-C5B6-43F6-AAE2-2A78449F3CC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976" y="4762028"/>
            <a:ext cx="2785646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167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Anomaly Detection Use Case</a:t>
            </a:r>
            <a:r>
              <a:rPr kumimoji="1" lang="zh-TW" altLang="en-US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(3/9)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052736"/>
            <a:ext cx="10776600" cy="5544616"/>
          </a:xfrm>
        </p:spPr>
        <p:txBody>
          <a:bodyPr/>
          <a:lstStyle/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ea typeface="微軟正黑體" panose="020B0604030504040204" pitchFamily="34" charset="-120"/>
              </a:rPr>
              <a:t>add RUN pip install --force-reinstall redis==3.0.1 into </a:t>
            </a:r>
            <a:r>
              <a:rPr lang="en-US" altLang="zh-TW" sz="1400" b="1" i="1" dirty="0">
                <a:ea typeface="微軟正黑體" panose="020B0604030504040204" pitchFamily="34" charset="-120"/>
              </a:rPr>
              <a:t>ad/Dockerfil</a:t>
            </a:r>
            <a:r>
              <a:rPr lang="en-US" altLang="zh-TW" sz="1400" b="1" dirty="0">
                <a:ea typeface="微軟正黑體" panose="020B0604030504040204" pitchFamily="34" charset="-120"/>
              </a:rPr>
              <a:t>e file</a:t>
            </a:r>
          </a:p>
          <a:p>
            <a:pPr lvl="1">
              <a:buFont typeface="Times New Roman" panose="02020603050405020304" pitchFamily="18" charset="0"/>
              <a:buChar char="▪"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marL="457200" lvl="1" indent="0">
              <a:buNone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git clone https://github.com/ToriRobert/ad.git -b master</a:t>
            </a:r>
            <a:r>
              <a:rPr lang="zh-TW" altLang="en-US" sz="1400" b="1" dirty="0">
                <a:ea typeface="微軟正黑體" panose="020B0604030504040204" pitchFamily="34" charset="-120"/>
              </a:rPr>
              <a:t> 後</a:t>
            </a:r>
            <a:r>
              <a:rPr lang="en-US" altLang="zh-TW" sz="1400" b="1" dirty="0">
                <a:ea typeface="微軟正黑體" panose="020B0604030504040204" pitchFamily="34" charset="-120"/>
              </a:rPr>
              <a:t>, </a:t>
            </a:r>
            <a:r>
              <a:rPr lang="zh-TW" altLang="en-US" sz="1400" b="1" dirty="0">
                <a:ea typeface="微軟正黑體" panose="020B0604030504040204" pitchFamily="34" charset="-120"/>
              </a:rPr>
              <a:t>並從資料夾取得 </a:t>
            </a:r>
            <a:r>
              <a:rPr lang="en-US" altLang="zh-TW" sz="1400" b="1" i="1" dirty="0" err="1">
                <a:ea typeface="微軟正黑體" panose="020B0604030504040204" pitchFamily="34" charset="-120"/>
              </a:rPr>
              <a:t>schema.json</a:t>
            </a:r>
            <a:r>
              <a:rPr lang="en-US" altLang="zh-TW" sz="1400" b="1" dirty="0">
                <a:ea typeface="微軟正黑體" panose="020B0604030504040204" pitchFamily="34" charset="-120"/>
              </a:rPr>
              <a:t> file,</a:t>
            </a:r>
            <a:r>
              <a:rPr lang="zh-TW" altLang="en-US" sz="1400" b="1" dirty="0">
                <a:ea typeface="微軟正黑體" panose="020B0604030504040204" pitchFamily="34" charset="-120"/>
              </a:rPr>
              <a:t> 再儲存至 </a:t>
            </a:r>
            <a:r>
              <a:rPr lang="en-US" altLang="zh-TW" sz="1400" b="1" i="1" dirty="0">
                <a:ea typeface="微軟正黑體" panose="020B0604030504040204" pitchFamily="34" charset="-120"/>
              </a:rPr>
              <a:t>ad/</a:t>
            </a:r>
            <a:r>
              <a:rPr lang="en-US" altLang="zh-TW" sz="1400" b="1" i="1" dirty="0" err="1">
                <a:ea typeface="微軟正黑體" panose="020B0604030504040204" pitchFamily="34" charset="-120"/>
              </a:rPr>
              <a:t>xapp</a:t>
            </a:r>
            <a:r>
              <a:rPr lang="en-US" altLang="zh-TW" sz="1400" b="1" i="1" dirty="0">
                <a:ea typeface="微軟正黑體" panose="020B0604030504040204" pitchFamily="34" charset="-120"/>
              </a:rPr>
              <a:t>-descriptor</a:t>
            </a:r>
            <a:r>
              <a:rPr lang="en-US" altLang="zh-TW" sz="1400" b="1" dirty="0">
                <a:ea typeface="微軟正黑體" panose="020B0604030504040204" pitchFamily="34" charset="-120"/>
              </a:rPr>
              <a:t> </a:t>
            </a:r>
            <a:r>
              <a:rPr lang="zh-TW" altLang="en-US" sz="1400" b="1" dirty="0">
                <a:ea typeface="微軟正黑體" panose="020B0604030504040204" pitchFamily="34" charset="-120"/>
              </a:rPr>
              <a:t>路徑</a:t>
            </a: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cd ad 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docker build -t nexus3.o-ran-sc.org:10002/o-ran-</a:t>
            </a:r>
            <a:r>
              <a:rPr lang="en-US" altLang="zh-TW" sz="1400" b="1" dirty="0" err="1">
                <a:highlight>
                  <a:srgbClr val="FFFF00"/>
                </a:highlight>
                <a:ea typeface="微軟正黑體" panose="020B0604030504040204" pitchFamily="34" charset="-120"/>
              </a:rPr>
              <a:t>sc</a:t>
            </a: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/ric-app-ad:0.0.2 .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cd xapp-descriptor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export CHART_REPO_URL=http://0.0.0.0:8090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dms_cli onboard config.json schema.json</a:t>
            </a:r>
            <a:r>
              <a:rPr lang="zh-TW" altLang="en-US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solidFill>
                  <a:srgbClr val="289398"/>
                </a:solidFill>
                <a:ea typeface="微軟正黑體" panose="020B0604030504040204" pitchFamily="34" charset="-120"/>
              </a:rPr>
              <a:t>%</a:t>
            </a:r>
            <a:r>
              <a:rPr lang="zh-TW" altLang="en-US" sz="1400" b="1" dirty="0">
                <a:solidFill>
                  <a:srgbClr val="289398"/>
                </a:solidFill>
                <a:ea typeface="微軟正黑體" panose="020B0604030504040204" pitchFamily="34" charset="-120"/>
              </a:rPr>
              <a:t> 上架 </a:t>
            </a:r>
            <a:r>
              <a:rPr lang="en-US" altLang="zh-TW" sz="1400" b="1" dirty="0">
                <a:solidFill>
                  <a:srgbClr val="289398"/>
                </a:solidFill>
                <a:ea typeface="微軟正黑體" panose="020B0604030504040204" pitchFamily="34" charset="-120"/>
              </a:rPr>
              <a:t>xApp</a:t>
            </a:r>
          </a:p>
          <a:p>
            <a:pPr marL="457200" lvl="1" indent="0">
              <a:buNone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marL="457200" lvl="1" indent="0">
              <a:buNone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dms_cli get_charts_list </a:t>
            </a:r>
            <a:r>
              <a:rPr lang="en-US" altLang="zh-TW" sz="1400" b="1" dirty="0">
                <a:solidFill>
                  <a:srgbClr val="289398"/>
                </a:solidFill>
                <a:ea typeface="微軟正黑體" panose="020B0604030504040204" pitchFamily="34" charset="-120"/>
              </a:rPr>
              <a:t>%</a:t>
            </a:r>
            <a:r>
              <a:rPr lang="zh-TW" altLang="en-US" sz="1400" b="1" dirty="0">
                <a:solidFill>
                  <a:srgbClr val="289398"/>
                </a:solidFill>
                <a:ea typeface="微軟正黑體" panose="020B0604030504040204" pitchFamily="34" charset="-120"/>
              </a:rPr>
              <a:t> 檢查</a:t>
            </a:r>
            <a:r>
              <a:rPr lang="en-US" altLang="zh-TW" sz="1400" b="1" dirty="0">
                <a:solidFill>
                  <a:srgbClr val="289398"/>
                </a:solidFill>
                <a:ea typeface="微軟正黑體" panose="020B0604030504040204" pitchFamily="34" charset="-120"/>
              </a:rPr>
              <a:t>xApp</a:t>
            </a:r>
            <a:r>
              <a:rPr lang="zh-TW" altLang="en-US" sz="1400" b="1" dirty="0">
                <a:solidFill>
                  <a:srgbClr val="289398"/>
                </a:solidFill>
                <a:ea typeface="微軟正黑體" panose="020B0604030504040204" pitchFamily="34" charset="-120"/>
              </a:rPr>
              <a:t>是否成功上架</a:t>
            </a:r>
            <a:endParaRPr lang="en-US" altLang="zh-TW" sz="1400" b="1" dirty="0">
              <a:solidFill>
                <a:srgbClr val="289398"/>
              </a:solidFill>
              <a:ea typeface="微軟正黑體" panose="020B0604030504040204" pitchFamily="34" charset="-120"/>
            </a:endParaRPr>
          </a:p>
          <a:p>
            <a:pPr marL="457200" lvl="1" indent="0">
              <a:buNone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marL="457200" lvl="1" indent="0">
              <a:buNone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marL="457200" lvl="1" indent="0">
              <a:buNone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dms_cli install ad 0.0.2 ricxapp </a:t>
            </a:r>
            <a:r>
              <a:rPr lang="en-US" altLang="zh-TW" sz="1400" b="1" dirty="0">
                <a:solidFill>
                  <a:srgbClr val="289398"/>
                </a:solidFill>
                <a:ea typeface="微軟正黑體" panose="020B0604030504040204" pitchFamily="34" charset="-120"/>
              </a:rPr>
              <a:t>% </a:t>
            </a:r>
            <a:r>
              <a:rPr lang="zh-TW" altLang="en-US" sz="1400" b="1" dirty="0">
                <a:solidFill>
                  <a:srgbClr val="289398"/>
                </a:solidFill>
                <a:ea typeface="微軟正黑體" panose="020B0604030504040204" pitchFamily="34" charset="-120"/>
              </a:rPr>
              <a:t>安裝 </a:t>
            </a:r>
            <a:r>
              <a:rPr lang="en-US" altLang="zh-TW" sz="1400" b="1" dirty="0">
                <a:solidFill>
                  <a:srgbClr val="289398"/>
                </a:solidFill>
                <a:ea typeface="微軟正黑體" panose="020B0604030504040204" pitchFamily="34" charset="-120"/>
              </a:rPr>
              <a:t>xApp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25</a:t>
            </a:fld>
            <a:endParaRPr kumimoji="1"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DB04023-2AE9-4F7E-9CB2-8B1891FE2C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673" y="5008083"/>
            <a:ext cx="2567385" cy="84155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6AA73FF-831E-44E9-B930-D14EE137DC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673" y="6237312"/>
            <a:ext cx="990600" cy="200025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A7B2C81F-B977-4C95-B731-F305C047DE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673" y="4221088"/>
            <a:ext cx="1008112" cy="263180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200F97EE-D805-4E71-89FE-7A7DDF9850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112" y="1268760"/>
            <a:ext cx="2609555" cy="1202442"/>
          </a:xfrm>
          <a:prstGeom prst="rect">
            <a:avLst/>
          </a:prstGeom>
        </p:spPr>
      </p:pic>
      <p:sp>
        <p:nvSpPr>
          <p:cNvPr id="26" name="語音泡泡: 矩形 25">
            <a:extLst>
              <a:ext uri="{FF2B5EF4-FFF2-40B4-BE49-F238E27FC236}">
                <a16:creationId xmlns:a16="http://schemas.microsoft.com/office/drawing/2014/main" id="{9B6A0BE1-1DD4-4B00-97B9-2373C76DAD5A}"/>
              </a:ext>
            </a:extLst>
          </p:cNvPr>
          <p:cNvSpPr/>
          <p:nvPr/>
        </p:nvSpPr>
        <p:spPr>
          <a:xfrm>
            <a:off x="6816080" y="3530474"/>
            <a:ext cx="864096" cy="288032"/>
          </a:xfrm>
          <a:prstGeom prst="wedgeRectCallout">
            <a:avLst>
              <a:gd name="adj1" fmla="val -66122"/>
              <a:gd name="adj2" fmla="val -1164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點不能遺漏</a:t>
            </a:r>
            <a:r>
              <a:rPr lang="en-US" altLang="zh-TW" sz="1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  <a:endParaRPr lang="zh-TW" altLang="en-US" sz="1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87208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Anomaly Detection Use Case</a:t>
            </a:r>
            <a:r>
              <a:rPr kumimoji="1" lang="zh-TW" altLang="en-US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(4/9)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052736"/>
            <a:ext cx="10776600" cy="5544616"/>
          </a:xfrm>
        </p:spPr>
        <p:txBody>
          <a:bodyPr/>
          <a:lstStyle/>
          <a:p>
            <a:r>
              <a:rPr lang="en-US" altLang="zh-TW" sz="1600" b="1" dirty="0">
                <a:ea typeface="微軟正黑體" panose="020B0604030504040204" pitchFamily="34" charset="-120"/>
              </a:rPr>
              <a:t>Install ts xApp: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git clone --branch f-release </a:t>
            </a: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https://gerrit.o-ran-sc.org/r/ric-app/ts</a:t>
            </a:r>
            <a:endParaRPr lang="en-US" altLang="zh-TW" sz="1400" b="1" dirty="0">
              <a:highlight>
                <a:srgbClr val="FFFF00"/>
              </a:highlight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r>
              <a:rPr lang="zh-TW" altLang="en-US" sz="1400" b="1" dirty="0">
                <a:ea typeface="微軟正黑體" panose="020B0604030504040204" pitchFamily="34" charset="-120"/>
              </a:rPr>
              <a:t>進入 </a:t>
            </a:r>
            <a:r>
              <a:rPr lang="en-US" altLang="zh-TW" sz="1400" b="1" i="1" dirty="0">
                <a:ea typeface="微軟正黑體" panose="020B0604030504040204" pitchFamily="34" charset="-120"/>
              </a:rPr>
              <a:t>assets/bootstrap.rt</a:t>
            </a:r>
            <a:r>
              <a:rPr lang="en-US" altLang="zh-TW" sz="1400" b="1" dirty="0">
                <a:ea typeface="微軟正黑體" panose="020B0604030504040204" pitchFamily="34" charset="-120"/>
              </a:rPr>
              <a:t> </a:t>
            </a:r>
            <a:r>
              <a:rPr lang="zh-TW" altLang="en-US" sz="1400" b="1" dirty="0">
                <a:ea typeface="微軟正黑體" panose="020B0604030504040204" pitchFamily="34" charset="-120"/>
              </a:rPr>
              <a:t>檔</a:t>
            </a:r>
            <a:r>
              <a:rPr lang="en-US" altLang="zh-TW" sz="1400" b="1" dirty="0">
                <a:ea typeface="微軟正黑體" panose="020B0604030504040204" pitchFamily="34" charset="-120"/>
              </a:rPr>
              <a:t>, </a:t>
            </a:r>
            <a:r>
              <a:rPr lang="zh-TW" altLang="en-US" sz="1400" b="1" dirty="0">
                <a:ea typeface="微軟正黑體" panose="020B0604030504040204" pitchFamily="34" charset="-120"/>
              </a:rPr>
              <a:t>修改 </a:t>
            </a:r>
            <a:r>
              <a:rPr lang="en-US" altLang="zh-TW" sz="1400" b="1" dirty="0">
                <a:ea typeface="微軟正黑體" panose="020B0604030504040204" pitchFamily="34" charset="-120"/>
              </a:rPr>
              <a:t>qpdrive </a:t>
            </a:r>
            <a:r>
              <a:rPr lang="zh-TW" altLang="en-US" sz="1400" b="1" dirty="0">
                <a:ea typeface="微軟正黑體" panose="020B0604030504040204" pitchFamily="34" charset="-120"/>
              </a:rPr>
              <a:t>至 </a:t>
            </a:r>
            <a:r>
              <a:rPr lang="en-US" altLang="zh-TW" sz="1400" b="1" dirty="0">
                <a:ea typeface="微軟正黑體" panose="020B0604030504040204" pitchFamily="34" charset="-120"/>
              </a:rPr>
              <a:t>qp</a:t>
            </a:r>
          </a:p>
          <a:p>
            <a:pPr lvl="1">
              <a:buFont typeface="Times New Roman" panose="02020603050405020304" pitchFamily="18" charset="0"/>
              <a:buChar char="▪"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cd ts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docker build -t nexus3.o-ran-sc.org:10002/o-ran-sc/ric-app-ts:1.2.4 .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cd xapp-descriptor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export CHART_REPO_URL=http://0.0.0.0:8090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dms_cli onboard config-file.json schema.json</a:t>
            </a:r>
          </a:p>
          <a:p>
            <a:pPr marL="457200" lvl="1" indent="0">
              <a:buNone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dms_cli get_charts_list</a:t>
            </a:r>
          </a:p>
          <a:p>
            <a:pPr marL="457200" lvl="1" indent="0">
              <a:buNone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dms_cli install trafficxapp 1.2.4 ricxapp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26</a:t>
            </a:fld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F0BCE11-7289-4FF2-9B6F-53861F80E6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788" y="1916832"/>
            <a:ext cx="3105547" cy="97612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46E7CC2-B0A1-4591-AC38-B2395BECFB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201" y="6269898"/>
            <a:ext cx="990600" cy="20002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A8FB8E2-5047-4D4F-8EBD-0725C1DFF4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201" y="4293096"/>
            <a:ext cx="1008112" cy="26318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FA265D3-7995-4806-915C-15FD4D12E59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201" y="5043065"/>
            <a:ext cx="2304256" cy="76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8188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Anomaly Detection Use Case</a:t>
            </a:r>
            <a:r>
              <a:rPr kumimoji="1" lang="zh-TW" altLang="en-US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(5/9)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052736"/>
            <a:ext cx="10776600" cy="5544616"/>
          </a:xfrm>
        </p:spPr>
        <p:txBody>
          <a:bodyPr/>
          <a:lstStyle/>
          <a:p>
            <a:r>
              <a:rPr lang="en-US" altLang="zh-TW" sz="1600" b="1" dirty="0">
                <a:ea typeface="微軟正黑體" panose="020B0604030504040204" pitchFamily="34" charset="-120"/>
              </a:rPr>
              <a:t>Install qp xApp: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git clone --branch f-release </a:t>
            </a: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https://gerrit.o-ran-sc.org/r/ric-app/qp</a:t>
            </a:r>
            <a:endParaRPr lang="en-US" altLang="zh-TW" sz="1400" b="1" dirty="0">
              <a:highlight>
                <a:srgbClr val="FFFF00"/>
              </a:highlight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solidFill>
                  <a:prstClr val="black"/>
                </a:solidFill>
                <a:ea typeface="微軟正黑體" panose="020B0604030504040204" pitchFamily="34" charset="-120"/>
              </a:rPr>
              <a:t>Same as ad xApp installation, modify the host IP (influxdb service IP) in </a:t>
            </a:r>
            <a:r>
              <a:rPr lang="en-US" altLang="zh-TW" sz="1400" b="1" i="1" dirty="0">
                <a:solidFill>
                  <a:prstClr val="black"/>
                </a:solidFill>
                <a:ea typeface="微軟正黑體" panose="020B0604030504040204" pitchFamily="34" charset="-120"/>
              </a:rPr>
              <a:t>database.py</a:t>
            </a:r>
            <a:r>
              <a:rPr lang="en-US" altLang="zh-TW" sz="1400" b="1" dirty="0">
                <a:solidFill>
                  <a:prstClr val="black"/>
                </a:solidFill>
                <a:ea typeface="微軟正黑體" panose="020B0604030504040204" pitchFamily="34" charset="-120"/>
              </a:rPr>
              <a:t> and </a:t>
            </a:r>
            <a:r>
              <a:rPr lang="en-US" altLang="zh-TW" sz="1400" b="1" i="1" dirty="0">
                <a:solidFill>
                  <a:prstClr val="black"/>
                </a:solidFill>
                <a:ea typeface="微軟正黑體" panose="020B0604030504040204" pitchFamily="34" charset="-120"/>
              </a:rPr>
              <a:t>insert.py</a:t>
            </a:r>
            <a:r>
              <a:rPr lang="en-US" altLang="zh-TW" sz="1400" b="1" dirty="0">
                <a:solidFill>
                  <a:prstClr val="black"/>
                </a:solidFill>
                <a:ea typeface="微軟正黑體" panose="020B0604030504040204" pitchFamily="34" charset="-120"/>
              </a:rPr>
              <a:t> file</a:t>
            </a:r>
            <a:endParaRPr lang="en-US" altLang="zh-TW" sz="1200" b="1" dirty="0">
              <a:solidFill>
                <a:prstClr val="black"/>
              </a:solidFill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ea typeface="微軟正黑體" panose="020B0604030504040204" pitchFamily="34" charset="-120"/>
              </a:rPr>
              <a:t>Also, </a:t>
            </a:r>
            <a:r>
              <a:rPr lang="en-US" altLang="zh-TW" sz="1400" b="1" dirty="0">
                <a:solidFill>
                  <a:prstClr val="black"/>
                </a:solidFill>
                <a:ea typeface="微軟正黑體" panose="020B0604030504040204" pitchFamily="34" charset="-120"/>
              </a:rPr>
              <a:t>add RUN pip install --force-reinstall redis==3.0.1 into </a:t>
            </a:r>
            <a:r>
              <a:rPr lang="en-US" altLang="zh-TW" sz="1400" b="1" i="1" dirty="0">
                <a:solidFill>
                  <a:prstClr val="black"/>
                </a:solidFill>
                <a:ea typeface="微軟正黑體" panose="020B0604030504040204" pitchFamily="34" charset="-120"/>
              </a:rPr>
              <a:t>ad/Dockerfil</a:t>
            </a:r>
            <a:r>
              <a:rPr lang="en-US" altLang="zh-TW" sz="1400" b="1" dirty="0">
                <a:solidFill>
                  <a:prstClr val="black"/>
                </a:solidFill>
                <a:ea typeface="微軟正黑體" panose="020B0604030504040204" pitchFamily="34" charset="-120"/>
              </a:rPr>
              <a:t>e file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>
                <a:ea typeface="微軟正黑體" panose="020B0604030504040204" pitchFamily="34" charset="-120"/>
              </a:rPr>
              <a:t>assign 0.13.5 </a:t>
            </a:r>
            <a:r>
              <a:rPr lang="en-US" altLang="zh-TW" sz="1400" b="1" dirty="0">
                <a:ea typeface="微軟正黑體" panose="020B0604030504040204" pitchFamily="34" charset="-120"/>
              </a:rPr>
              <a:t>version for statsmodels and 1.3.5 for pandas in </a:t>
            </a:r>
            <a:r>
              <a:rPr lang="en-US" altLang="zh-TW" sz="1400" b="1" i="1" dirty="0">
                <a:ea typeface="微軟正黑體" panose="020B0604030504040204" pitchFamily="34" charset="-120"/>
              </a:rPr>
              <a:t>qp/setup.py</a:t>
            </a:r>
            <a:r>
              <a:rPr lang="en-US" altLang="zh-TW" sz="1400" b="1" dirty="0">
                <a:ea typeface="微軟正黑體" panose="020B0604030504040204" pitchFamily="34" charset="-120"/>
              </a:rPr>
              <a:t> file </a:t>
            </a:r>
            <a:r>
              <a:rPr lang="en-US" altLang="zh-TW" sz="1400" b="1" dirty="0">
                <a:solidFill>
                  <a:srgbClr val="289398"/>
                </a:solidFill>
                <a:ea typeface="微軟正黑體" panose="020B0604030504040204" pitchFamily="34" charset="-120"/>
              </a:rPr>
              <a:t>% </a:t>
            </a:r>
            <a:r>
              <a:rPr lang="zh-TW" altLang="en-US" sz="1400" b="1" dirty="0">
                <a:solidFill>
                  <a:srgbClr val="289398"/>
                </a:solidFill>
                <a:ea typeface="微軟正黑體" panose="020B0604030504040204" pitchFamily="34" charset="-120"/>
              </a:rPr>
              <a:t>如右下圖</a:t>
            </a:r>
            <a:endParaRPr lang="en-US" altLang="zh-TW" sz="1400" b="1" dirty="0">
              <a:solidFill>
                <a:srgbClr val="289398"/>
              </a:solidFill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git clone https://github.com/ToriRobert/qp.git -b e-release</a:t>
            </a:r>
            <a:r>
              <a:rPr lang="en-US" altLang="zh-TW" sz="1400" b="1" dirty="0">
                <a:ea typeface="微軟正黑體" panose="020B0604030504040204" pitchFamily="34" charset="-120"/>
              </a:rPr>
              <a:t> </a:t>
            </a:r>
            <a:r>
              <a:rPr lang="zh-TW" altLang="en-US" sz="1400" b="1" dirty="0">
                <a:ea typeface="微軟正黑體" panose="020B0604030504040204" pitchFamily="34" charset="-120"/>
              </a:rPr>
              <a:t>後</a:t>
            </a:r>
            <a:r>
              <a:rPr lang="en-US" altLang="zh-TW" sz="1400" b="1" dirty="0">
                <a:ea typeface="微軟正黑體" panose="020B0604030504040204" pitchFamily="34" charset="-120"/>
              </a:rPr>
              <a:t>, </a:t>
            </a:r>
            <a:r>
              <a:rPr lang="zh-TW" altLang="en-US" sz="1400" b="1" dirty="0">
                <a:ea typeface="微軟正黑體" panose="020B0604030504040204" pitchFamily="34" charset="-120"/>
              </a:rPr>
              <a:t>並從資料夾取得 </a:t>
            </a:r>
            <a:r>
              <a:rPr lang="en-US" altLang="zh-TW" sz="1400" b="1" dirty="0">
                <a:ea typeface="微軟正黑體" panose="020B0604030504040204" pitchFamily="34" charset="-120"/>
              </a:rPr>
              <a:t>schema.json file, </a:t>
            </a:r>
            <a:r>
              <a:rPr lang="zh-TW" altLang="en-US" sz="1400" b="1" dirty="0">
                <a:ea typeface="微軟正黑體" panose="020B0604030504040204" pitchFamily="34" charset="-120"/>
              </a:rPr>
              <a:t>再儲存至 </a:t>
            </a:r>
            <a:r>
              <a:rPr lang="en-US" altLang="zh-TW" sz="1400" b="1" i="1" dirty="0">
                <a:ea typeface="微軟正黑體" panose="020B0604030504040204" pitchFamily="34" charset="-120"/>
              </a:rPr>
              <a:t>qp/xapp-descriptor</a:t>
            </a:r>
            <a:r>
              <a:rPr lang="en-US" altLang="zh-TW" sz="1400" b="1" dirty="0">
                <a:ea typeface="微軟正黑體" panose="020B0604030504040204" pitchFamily="34" charset="-120"/>
              </a:rPr>
              <a:t> </a:t>
            </a:r>
            <a:r>
              <a:rPr lang="zh-TW" altLang="en-US" sz="1400" b="1" dirty="0">
                <a:ea typeface="微軟正黑體" panose="020B0604030504040204" pitchFamily="34" charset="-120"/>
              </a:rPr>
              <a:t>路徑 </a:t>
            </a: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cd qp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docker build -t nexus3.o-ran-sc.org:10002/o-ran-sc/ric-app-qp:0.0.4 .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cd xapp-descriptor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export CHART_REPO_URL=http://0.0.0.0:8090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dms_cli onboard config.json schema.json</a:t>
            </a:r>
          </a:p>
          <a:p>
            <a:pPr marL="457200" lvl="1" indent="0">
              <a:buNone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dms_cli get_charts_list</a:t>
            </a:r>
          </a:p>
          <a:p>
            <a:pPr marL="457200" lvl="1" indent="0">
              <a:buNone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endParaRPr lang="en-US" altLang="zh-TW" sz="1400" b="1" dirty="0">
              <a:ea typeface="微軟正黑體" panose="020B0604030504040204" pitchFamily="34" charset="-120"/>
            </a:endParaRP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4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dms_cli install qp 0.0.4 ricxapp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27</a:t>
            </a:fld>
            <a:endParaRPr kumimoji="1"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46E7CC2-B0A1-4591-AC38-B2395BECF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613" y="6081752"/>
            <a:ext cx="990600" cy="20002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A8FB8E2-5047-4D4F-8EBD-0725C1DFF4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613" y="4029916"/>
            <a:ext cx="1008112" cy="26318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99B6BCD-842D-4FA7-AF1E-CD33D0931B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613" y="4797152"/>
            <a:ext cx="2404220" cy="792088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F9FA5994-1352-46F2-AE52-ACE867345D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040" y="3670840"/>
            <a:ext cx="4484564" cy="213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007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Anomaly Detection Use Case</a:t>
            </a:r>
            <a:r>
              <a:rPr kumimoji="1" lang="zh-TW" altLang="en-US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(6/9)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052736"/>
            <a:ext cx="10776600" cy="5544616"/>
          </a:xfrm>
        </p:spPr>
        <p:txBody>
          <a:bodyPr/>
          <a:lstStyle/>
          <a:p>
            <a:pPr>
              <a:buFont typeface="Times New Roman" panose="02020603050405020304" pitchFamily="18" charset="0"/>
              <a:buChar char="•"/>
            </a:pPr>
            <a:r>
              <a:rPr lang="en-US" altLang="zh-TW" sz="1800" b="1" dirty="0">
                <a:ea typeface="微軟正黑體" panose="020B0604030504040204" pitchFamily="34" charset="-120"/>
              </a:rPr>
              <a:t>Check for logs in xApp: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6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kubectl logs -f &lt;xApp pod name&gt; -n ricxapp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600" b="1" dirty="0">
                <a:highlight>
                  <a:srgbClr val="FFFF00"/>
                </a:highlight>
                <a:ea typeface="微軟正黑體" panose="020B0604030504040204" pitchFamily="34" charset="-120"/>
              </a:rPr>
              <a:t>kubectl get pods -n ricxapp</a:t>
            </a:r>
            <a:r>
              <a:rPr lang="en-US" altLang="zh-TW" sz="1600" b="1" dirty="0"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rgbClr val="289398"/>
                </a:solidFill>
                <a:ea typeface="微軟正黑體" panose="020B0604030504040204" pitchFamily="34" charset="-120"/>
              </a:rPr>
              <a:t>% check xApp status and pod name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zh-TW" sz="1800" b="1" dirty="0">
                <a:ea typeface="微軟正黑體" panose="020B0604030504040204" pitchFamily="34" charset="-120"/>
              </a:rPr>
              <a:t>AD xApp logs: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AD xApp 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成功將異常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UE 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的資訊傳送給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TS xApp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。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28</a:t>
            </a:fld>
            <a:endParaRPr kumimoji="1"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EEAEBA8-43E0-454C-B93F-0F84292CB1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513" y="4797152"/>
            <a:ext cx="9302097" cy="1584176"/>
          </a:xfrm>
          <a:prstGeom prst="rect">
            <a:avLst/>
          </a:prstGeom>
        </p:spPr>
      </p:pic>
      <p:pic>
        <p:nvPicPr>
          <p:cNvPr id="188" name="圖片 187">
            <a:extLst>
              <a:ext uri="{FF2B5EF4-FFF2-40B4-BE49-F238E27FC236}">
                <a16:creationId xmlns:a16="http://schemas.microsoft.com/office/drawing/2014/main" id="{D0D2AD76-AE79-4248-9F2E-96CDA2A50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2529" y="2708920"/>
            <a:ext cx="3766942" cy="227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017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Anomaly Detection Use Case</a:t>
            </a:r>
            <a:r>
              <a:rPr kumimoji="1" lang="zh-TW" altLang="en-US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(7/9)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052736"/>
            <a:ext cx="10776600" cy="5544616"/>
          </a:xfrm>
        </p:spPr>
        <p:txBody>
          <a:bodyPr/>
          <a:lstStyle/>
          <a:p>
            <a:pPr>
              <a:buFont typeface="Times New Roman" panose="02020603050405020304" pitchFamily="18" charset="0"/>
              <a:buChar char="•"/>
            </a:pPr>
            <a:r>
              <a:rPr lang="en-US" altLang="zh-TW" sz="1800" b="1" dirty="0">
                <a:ea typeface="微軟正黑體" panose="020B0604030504040204" pitchFamily="34" charset="-120"/>
              </a:rPr>
              <a:t>TS xApp logs: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TS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xApp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 收到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AD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xApp 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傳回的異常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UE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 資訊。</a:t>
            </a:r>
            <a:endParaRPr lang="en-US" altLang="zh-TW" sz="1600" b="1" dirty="0">
              <a:solidFill>
                <a:srgbClr val="0066FF"/>
              </a:solidFill>
              <a:ea typeface="微軟正黑體" panose="020B0604030504040204" pitchFamily="34" charset="-120"/>
            </a:endParaRP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TS xApp 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向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QP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xApp 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要求對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UE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 進行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QoE 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的預測。</a:t>
            </a:r>
            <a:endParaRPr lang="en-US" altLang="zh-TW" sz="1600" b="1" dirty="0">
              <a:solidFill>
                <a:srgbClr val="0066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29</a:t>
            </a:fld>
            <a:endParaRPr kumimoji="1" lang="zh-TW" altLang="en-US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BA857962-3338-46B4-8D5B-A959DDBDFD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659" y="3068960"/>
            <a:ext cx="7200800" cy="2433341"/>
          </a:xfrm>
          <a:prstGeom prst="rect">
            <a:avLst/>
          </a:prstGeom>
        </p:spPr>
      </p:pic>
      <p:pic>
        <p:nvPicPr>
          <p:cNvPr id="120" name="圖片 119">
            <a:extLst>
              <a:ext uri="{FF2B5EF4-FFF2-40B4-BE49-F238E27FC236}">
                <a16:creationId xmlns:a16="http://schemas.microsoft.com/office/drawing/2014/main" id="{F7439E39-B044-4E68-9CE9-A8F0DF926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35" y="3138326"/>
            <a:ext cx="3744416" cy="2294608"/>
          </a:xfrm>
          <a:prstGeom prst="rect">
            <a:avLst/>
          </a:prstGeom>
        </p:spPr>
      </p:pic>
      <p:sp>
        <p:nvSpPr>
          <p:cNvPr id="121" name="矩形 120">
            <a:extLst>
              <a:ext uri="{FF2B5EF4-FFF2-40B4-BE49-F238E27FC236}">
                <a16:creationId xmlns:a16="http://schemas.microsoft.com/office/drawing/2014/main" id="{D3D4DC0E-B535-40D3-86CF-941C064FFC6A}"/>
              </a:ext>
            </a:extLst>
          </p:cNvPr>
          <p:cNvSpPr/>
          <p:nvPr/>
        </p:nvSpPr>
        <p:spPr>
          <a:xfrm>
            <a:off x="4583832" y="3645024"/>
            <a:ext cx="5112568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30834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Anomaly Detection Use Case</a:t>
            </a:r>
            <a:r>
              <a:rPr kumimoji="1" lang="zh-TW" altLang="en-US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(8/9)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052736"/>
            <a:ext cx="10776600" cy="5544616"/>
          </a:xfrm>
        </p:spPr>
        <p:txBody>
          <a:bodyPr/>
          <a:lstStyle/>
          <a:p>
            <a:pPr>
              <a:buFont typeface="Times New Roman" panose="02020603050405020304" pitchFamily="18" charset="0"/>
              <a:buChar char="•"/>
            </a:pPr>
            <a:r>
              <a:rPr lang="en-US" altLang="zh-TW" sz="1800" b="1" dirty="0">
                <a:ea typeface="微軟正黑體" panose="020B0604030504040204" pitchFamily="34" charset="-120"/>
              </a:rPr>
              <a:t>QP xApp logs: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QP xApp 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接收到來自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TS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xApp 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的異常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UE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 資訊。</a:t>
            </a:r>
            <a:endParaRPr lang="en-US" altLang="zh-TW" sz="1600" b="1" dirty="0">
              <a:solidFill>
                <a:srgbClr val="0066FF"/>
              </a:solidFill>
              <a:ea typeface="微軟正黑體" panose="020B0604030504040204" pitchFamily="34" charset="-120"/>
            </a:endParaRP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QP xApp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 成功將異常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UE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 的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QoE 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預測資訊回傳給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TS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xApp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。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30</a:t>
            </a:fld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7C31CE3-9780-4868-867E-F68ED45126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486" y="4581128"/>
            <a:ext cx="8450149" cy="1800200"/>
          </a:xfrm>
          <a:prstGeom prst="rect">
            <a:avLst/>
          </a:prstGeom>
        </p:spPr>
      </p:pic>
      <p:pic>
        <p:nvPicPr>
          <p:cNvPr id="72" name="圖片 71">
            <a:extLst>
              <a:ext uri="{FF2B5EF4-FFF2-40B4-BE49-F238E27FC236}">
                <a16:creationId xmlns:a16="http://schemas.microsoft.com/office/drawing/2014/main" id="{0E8B7C87-F5DF-4143-97AA-71D18E216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613" y="2227277"/>
            <a:ext cx="3958596" cy="242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4953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Anomaly Detection Use Case</a:t>
            </a:r>
            <a:r>
              <a:rPr kumimoji="1" lang="zh-TW" altLang="en-US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(9/9)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052736"/>
            <a:ext cx="10776600" cy="5544616"/>
          </a:xfrm>
        </p:spPr>
        <p:txBody>
          <a:bodyPr/>
          <a:lstStyle/>
          <a:p>
            <a:pPr>
              <a:buFont typeface="Times New Roman" panose="02020603050405020304" pitchFamily="18" charset="0"/>
              <a:buChar char="•"/>
            </a:pPr>
            <a:r>
              <a:rPr lang="en-US" altLang="zh-TW" sz="1800" b="1" dirty="0">
                <a:ea typeface="微軟正黑體" panose="020B0604030504040204" pitchFamily="34" charset="-120"/>
              </a:rPr>
              <a:t>TS xApp logs: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TS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xApp 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收到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QP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xApp 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傳回的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UE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QoE 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預測資訊。</a:t>
            </a:r>
            <a:endParaRPr lang="en-US" altLang="zh-TW" sz="1600" b="1" dirty="0">
              <a:solidFill>
                <a:srgbClr val="0066FF"/>
              </a:solidFill>
              <a:ea typeface="微軟正黑體" panose="020B0604030504040204" pitchFamily="34" charset="-120"/>
            </a:endParaRP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TS xApp 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進行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UE handoff 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決策，並將 </a:t>
            </a:r>
            <a:r>
              <a:rPr lang="en-US" altLang="zh-TW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handoff </a:t>
            </a:r>
            <a:r>
              <a:rPr lang="zh-TW" altLang="en-US" sz="1600" b="1" dirty="0">
                <a:solidFill>
                  <a:srgbClr val="0066FF"/>
                </a:solidFill>
                <a:ea typeface="微軟正黑體" panose="020B0604030504040204" pitchFamily="34" charset="-120"/>
              </a:rPr>
              <a:t>要求訊息傳送至指定的位置。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31</a:t>
            </a:fld>
            <a:endParaRPr kumimoji="1"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FB7B962-AF6E-4FE2-9273-14F239CCF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7568" y="2787467"/>
            <a:ext cx="3856325" cy="2363187"/>
          </a:xfrm>
          <a:prstGeom prst="rect">
            <a:avLst/>
          </a:prstGeom>
        </p:spPr>
      </p:pic>
      <p:pic>
        <p:nvPicPr>
          <p:cNvPr id="81" name="圖片 80">
            <a:extLst>
              <a:ext uri="{FF2B5EF4-FFF2-40B4-BE49-F238E27FC236}">
                <a16:creationId xmlns:a16="http://schemas.microsoft.com/office/drawing/2014/main" id="{6B204A3C-63DE-496C-B8D9-8B3D41BED1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45" y="2752390"/>
            <a:ext cx="7200800" cy="243334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7ABB49E-6573-4F40-A98B-E5903561DB8C}"/>
              </a:ext>
            </a:extLst>
          </p:cNvPr>
          <p:cNvSpPr/>
          <p:nvPr/>
        </p:nvSpPr>
        <p:spPr>
          <a:xfrm>
            <a:off x="623392" y="3573016"/>
            <a:ext cx="7128792" cy="1080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60770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Outline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1052736"/>
            <a:ext cx="10776600" cy="5544616"/>
          </a:xfrm>
        </p:spPr>
        <p:txBody>
          <a:bodyPr/>
          <a:lstStyle/>
          <a:p>
            <a:r>
              <a:rPr kumimoji="1" lang="en-US" altLang="zh-TW" sz="2000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kumimoji="1" lang="en-US" altLang="zh-TW" sz="1800" dirty="0">
                <a:solidFill>
                  <a:schemeClr val="bg1">
                    <a:lumMod val="85000"/>
                  </a:schemeClr>
                </a:solidFill>
              </a:rPr>
              <a:t>Background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kumimoji="1" lang="en-US" altLang="zh-TW" sz="1800" dirty="0">
                <a:solidFill>
                  <a:schemeClr val="bg1">
                    <a:lumMod val="85000"/>
                  </a:schemeClr>
                </a:solidFill>
              </a:rPr>
              <a:t>O-RAN architecture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dirty="0">
                <a:solidFill>
                  <a:schemeClr val="bg1">
                    <a:lumMod val="85000"/>
                  </a:schemeClr>
                </a:solidFill>
              </a:rPr>
              <a:t>A1</a:t>
            </a:r>
            <a:r>
              <a:rPr lang="zh-TW" altLang="en-US" sz="1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altLang="zh-TW" sz="1800" dirty="0">
                <a:solidFill>
                  <a:schemeClr val="bg1">
                    <a:lumMod val="85000"/>
                  </a:schemeClr>
                </a:solidFill>
              </a:rPr>
              <a:t>interface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dirty="0">
                <a:solidFill>
                  <a:schemeClr val="bg1">
                    <a:lumMod val="85000"/>
                  </a:schemeClr>
                </a:solidFill>
              </a:rPr>
              <a:t>E2</a:t>
            </a:r>
            <a:r>
              <a:rPr lang="zh-TW" altLang="en-US" sz="1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altLang="zh-TW" sz="1800" dirty="0">
                <a:solidFill>
                  <a:schemeClr val="bg1">
                    <a:lumMod val="85000"/>
                  </a:schemeClr>
                </a:solidFill>
              </a:rPr>
              <a:t>interface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dirty="0">
                <a:solidFill>
                  <a:schemeClr val="bg1">
                    <a:lumMod val="85000"/>
                  </a:schemeClr>
                </a:solidFill>
              </a:rPr>
              <a:t>ML Workflow with RIC: Non-RT RIC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lang="en-US" altLang="zh-TW" sz="1800" dirty="0">
                <a:solidFill>
                  <a:schemeClr val="bg1">
                    <a:lumMod val="85000"/>
                  </a:schemeClr>
                </a:solidFill>
              </a:rPr>
              <a:t>ML Workflow with RIC: Near-RT RIC</a:t>
            </a:r>
          </a:p>
          <a:p>
            <a:pPr lvl="1">
              <a:buFont typeface="Calibri" panose="020F0502020204030204" pitchFamily="34" charset="0"/>
              <a:buChar char="▪"/>
            </a:pPr>
            <a:r>
              <a:rPr kumimoji="1" lang="en-US" altLang="zh-TW" sz="1800" dirty="0">
                <a:solidFill>
                  <a:schemeClr val="bg1">
                    <a:lumMod val="85000"/>
                  </a:schemeClr>
                </a:solidFill>
              </a:rPr>
              <a:t>AI/ML Models in O-RAN Use Cases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kumimoji="1" lang="en-US" altLang="zh-TW" sz="2000" dirty="0">
                <a:solidFill>
                  <a:schemeClr val="bg1">
                    <a:lumMod val="85000"/>
                  </a:schemeClr>
                </a:solidFill>
              </a:rPr>
              <a:t>O-RAN implementation guide on ubuntu 20.04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kumimoji="1" lang="en-US" altLang="zh-TW" sz="1800" dirty="0">
                <a:solidFill>
                  <a:schemeClr val="bg1">
                    <a:lumMod val="85000"/>
                  </a:schemeClr>
                </a:solidFill>
              </a:rPr>
              <a:t>Install k8s, helm, and docker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kumimoji="1" lang="en-US" altLang="zh-TW" sz="1800" dirty="0">
                <a:solidFill>
                  <a:schemeClr val="bg1">
                    <a:lumMod val="85000"/>
                  </a:schemeClr>
                </a:solidFill>
              </a:rPr>
              <a:t>Install Near-RT RIC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kumimoji="1" lang="en-US" altLang="zh-TW" sz="1800" dirty="0">
                <a:solidFill>
                  <a:schemeClr val="bg1">
                    <a:lumMod val="85000"/>
                  </a:schemeClr>
                </a:solidFill>
              </a:rPr>
              <a:t>Install Non-RT RIC</a:t>
            </a:r>
          </a:p>
          <a:p>
            <a:pPr lvl="1">
              <a:buFont typeface="Times New Roman" panose="02020603050405020304" pitchFamily="18" charset="0"/>
              <a:buChar char="▪"/>
            </a:pPr>
            <a:r>
              <a:rPr kumimoji="1" lang="en-US" altLang="zh-TW" sz="1800" dirty="0">
                <a:solidFill>
                  <a:schemeClr val="bg1">
                    <a:lumMod val="85000"/>
                  </a:schemeClr>
                </a:solidFill>
              </a:rPr>
              <a:t>Anomaly Detection Use Case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kumimoji="1" lang="en-US" altLang="zh-TW" sz="2000" dirty="0"/>
              <a:t>Reference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32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624139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ED536-6A10-D244-9657-E7CCC879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Reference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B4572-1F5B-DD45-AA57-45A7CD8EA9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000" y="908720"/>
            <a:ext cx="10776600" cy="5544616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1200" dirty="0">
                <a:ea typeface="微軟正黑體" panose="020B0604030504040204" pitchFamily="34" charset="-120"/>
              </a:rPr>
              <a:t>[1] https://docs.o-ran-sc.org/projects/o-ran-sc-ric-plt-ric-dep/en/latest/installation-guides.html</a:t>
            </a:r>
          </a:p>
          <a:p>
            <a:pPr marL="0" indent="0">
              <a:buNone/>
            </a:pPr>
            <a:r>
              <a:rPr lang="en-US" altLang="zh-TW" sz="1200" dirty="0">
                <a:ea typeface="微軟正黑體" panose="020B0604030504040204" pitchFamily="34" charset="-120"/>
              </a:rPr>
              <a:t>[2] https://wiki.o-ran-sc.org/display/SIM/Near-RT+RIC+Deployment</a:t>
            </a:r>
          </a:p>
          <a:p>
            <a:pPr marL="0" indent="0">
              <a:buNone/>
            </a:pPr>
            <a:r>
              <a:rPr lang="en-US" altLang="zh-TW" sz="1200" dirty="0">
                <a:ea typeface="微軟正黑體" panose="020B0604030504040204" pitchFamily="34" charset="-120"/>
              </a:rPr>
              <a:t>[3] https://wiki.o-ran-sc.org/pages/viewpage.action?pageId=82706560</a:t>
            </a:r>
          </a:p>
          <a:p>
            <a:pPr marL="0" indent="0">
              <a:buNone/>
            </a:pPr>
            <a:r>
              <a:rPr lang="en-US" altLang="zh-TW" sz="1200" dirty="0">
                <a:ea typeface="微軟正黑體" panose="020B0604030504040204" pitchFamily="34" charset="-120"/>
              </a:rPr>
              <a:t>[4] https://blog.51cto.com/gcherforever/4812069</a:t>
            </a:r>
          </a:p>
          <a:p>
            <a:pPr marL="0" indent="0">
              <a:buNone/>
            </a:pPr>
            <a:r>
              <a:rPr lang="en-US" altLang="zh-TW" sz="1200" dirty="0">
                <a:ea typeface="微軟正黑體" panose="020B0604030504040204" pitchFamily="34" charset="-120"/>
              </a:rPr>
              <a:t>[5] https://docs.o-ran-sc.org/projects/o-ran-sc-ric-plt-ric-dep/en/latest/installation-guides.html#installing-near-realtime-ric-in-ric-cluster</a:t>
            </a:r>
          </a:p>
          <a:p>
            <a:pPr marL="0" indent="0">
              <a:buNone/>
            </a:pPr>
            <a:r>
              <a:rPr lang="en-US" altLang="zh-TW" sz="1200" dirty="0">
                <a:ea typeface="微軟正黑體" panose="020B0604030504040204" pitchFamily="34" charset="-120"/>
              </a:rPr>
              <a:t>[6] https://zenn.dev/sandship/articles/a82add3764467a</a:t>
            </a:r>
          </a:p>
          <a:p>
            <a:pPr marL="0" indent="0">
              <a:buNone/>
            </a:pPr>
            <a:r>
              <a:rPr lang="en-US" altLang="zh-TW" sz="1200" dirty="0">
                <a:ea typeface="微軟正黑體" panose="020B0604030504040204" pitchFamily="34" charset="-120"/>
              </a:rPr>
              <a:t>[7] https://www.cxyzjd.com/article/jeffyko/107975572</a:t>
            </a:r>
          </a:p>
          <a:p>
            <a:pPr marL="0" indent="0">
              <a:buNone/>
            </a:pPr>
            <a:r>
              <a:rPr lang="en-US" altLang="zh-TW" sz="1200" dirty="0">
                <a:ea typeface="微軟正黑體" panose="020B0604030504040204" pitchFamily="34" charset="-120"/>
              </a:rPr>
              <a:t>[8] M. Polese, L. Bonati, S. D’Oro, S. Basagni and T. Melodia, "Understanding O-RAN: Architecture, Interfaces, Algorithms, Security, and Research Challenges," in IEEE Communications Surveys &amp; Tutorials, vol. 25, no. 2, pp. 1376-1411, Secondquarter 2023, doi: 10.1109/COMST.2023.3239220.</a:t>
            </a:r>
          </a:p>
          <a:p>
            <a:pPr marL="0" indent="0">
              <a:buNone/>
            </a:pPr>
            <a:r>
              <a:rPr lang="en-US" altLang="zh-TW" sz="1200" dirty="0">
                <a:ea typeface="微軟正黑體" panose="020B0604030504040204" pitchFamily="34" charset="-120"/>
              </a:rPr>
              <a:t>[9] O-RAN Working Group 2, “O-RAN AI/ML workflow description and requirements 1.03,” O-RAN, Alfter, Germany, document O-RAN.WG2.AIML-v01.03 Technical Specification, Jul. 2021.</a:t>
            </a:r>
          </a:p>
          <a:p>
            <a:pPr marL="0" indent="0">
              <a:buNone/>
            </a:pPr>
            <a:r>
              <a:rPr lang="en-US" altLang="zh-TW" sz="1200" dirty="0">
                <a:ea typeface="微軟正黑體" panose="020B0604030504040204" pitchFamily="34" charset="-120"/>
              </a:rPr>
              <a:t>[10]</a:t>
            </a:r>
            <a:r>
              <a:rPr lang="zh-TW" altLang="en-US" sz="1200" dirty="0">
                <a:ea typeface="微軟正黑體" panose="020B0604030504040204" pitchFamily="34" charset="-120"/>
              </a:rPr>
              <a:t> </a:t>
            </a:r>
            <a:r>
              <a:rPr lang="en-US" altLang="zh-TW" sz="1200" dirty="0">
                <a:ea typeface="微軟正黑體" panose="020B0604030504040204" pitchFamily="34" charset="-120"/>
              </a:rPr>
              <a:t>https://hackmd.io/@Min-xiang/SJD9Xh5c9</a:t>
            </a:r>
          </a:p>
          <a:p>
            <a:pPr marL="0" indent="0">
              <a:buNone/>
            </a:pPr>
            <a:r>
              <a:rPr lang="en-US" altLang="zh-TW" sz="1200" dirty="0">
                <a:ea typeface="微軟正黑體" panose="020B0604030504040204" pitchFamily="34" charset="-120"/>
              </a:rPr>
              <a:t>[11]</a:t>
            </a:r>
            <a:r>
              <a:rPr lang="zh-TW" altLang="en-US" sz="1200" dirty="0">
                <a:ea typeface="微軟正黑體" panose="020B0604030504040204" pitchFamily="34" charset="-120"/>
              </a:rPr>
              <a:t> </a:t>
            </a:r>
            <a:r>
              <a:rPr lang="en-US" altLang="zh-TW" sz="1200" dirty="0">
                <a:ea typeface="微軟正黑體" panose="020B0604030504040204" pitchFamily="34" charset="-120"/>
              </a:rPr>
              <a:t>https://wiki.o-ran-sc.org/display/GS/Near+Realtime+RIC+Installation</a:t>
            </a:r>
          </a:p>
          <a:p>
            <a:pPr marL="0" indent="0">
              <a:buNone/>
            </a:pPr>
            <a:r>
              <a:rPr lang="en-US" altLang="zh-TW" sz="1200" dirty="0">
                <a:ea typeface="微軟正黑體" panose="020B0604030504040204" pitchFamily="34" charset="-120"/>
              </a:rPr>
              <a:t>[12]</a:t>
            </a:r>
            <a:r>
              <a:rPr lang="zh-TW" altLang="en-US" sz="1200" dirty="0">
                <a:ea typeface="微軟正黑體" panose="020B0604030504040204" pitchFamily="34" charset="-120"/>
              </a:rPr>
              <a:t> </a:t>
            </a:r>
            <a:r>
              <a:rPr lang="en-US" altLang="zh-TW" sz="1200" dirty="0">
                <a:ea typeface="微軟正黑體" panose="020B0604030504040204" pitchFamily="34" charset="-120"/>
              </a:rPr>
              <a:t>https://hackmd.io/@mwnl-pre-6g-team/SJPEE-6a9</a:t>
            </a:r>
          </a:p>
          <a:p>
            <a:pPr marL="0" indent="0">
              <a:buNone/>
            </a:pPr>
            <a:r>
              <a:rPr lang="en-US" altLang="zh-TW" sz="1200" dirty="0">
                <a:ea typeface="微軟正黑體" panose="020B0604030504040204" pitchFamily="34" charset="-120"/>
              </a:rPr>
              <a:t>[13]</a:t>
            </a:r>
            <a:r>
              <a:rPr lang="zh-TW" altLang="en-US" sz="1200" dirty="0">
                <a:ea typeface="微軟正黑體" panose="020B0604030504040204" pitchFamily="34" charset="-120"/>
              </a:rPr>
              <a:t> </a:t>
            </a:r>
            <a:r>
              <a:rPr lang="en-US" altLang="zh-TW" sz="1200" dirty="0">
                <a:ea typeface="微軟正黑體" panose="020B0604030504040204" pitchFamily="34" charset="-120"/>
              </a:rPr>
              <a:t>https://hackmd.io/@Min-xiang/HJZF3-xgt#75-Check-the-xApp-statuses-of-AD-Use-Case</a:t>
            </a:r>
          </a:p>
          <a:p>
            <a:pPr marL="0" indent="0">
              <a:buNone/>
            </a:pPr>
            <a:r>
              <a:rPr lang="en-US" altLang="zh-TW" sz="1200" dirty="0">
                <a:ea typeface="微軟正黑體" panose="020B0604030504040204" pitchFamily="34" charset="-120"/>
              </a:rPr>
              <a:t>[14]</a:t>
            </a:r>
            <a:r>
              <a:rPr lang="zh-TW" altLang="en-US" sz="1200" dirty="0">
                <a:ea typeface="微軟正黑體" panose="020B0604030504040204" pitchFamily="34" charset="-120"/>
              </a:rPr>
              <a:t> </a:t>
            </a:r>
            <a:r>
              <a:rPr lang="en-US" altLang="zh-TW" sz="1200" dirty="0">
                <a:ea typeface="微軟正黑體" panose="020B0604030504040204" pitchFamily="34" charset="-120"/>
              </a:rPr>
              <a:t>https://wiki.o-ran-sc.org/display/GS/SMO+Installation</a:t>
            </a:r>
          </a:p>
          <a:p>
            <a:pPr marL="0" indent="0">
              <a:buNone/>
            </a:pPr>
            <a:r>
              <a:rPr lang="en-US" altLang="zh-TW" sz="1200" dirty="0">
                <a:ea typeface="微軟正黑體" panose="020B0604030504040204" pitchFamily="34" charset="-120"/>
              </a:rPr>
              <a:t>[15]</a:t>
            </a:r>
            <a:r>
              <a:rPr lang="zh-TW" altLang="en-US" sz="1200" dirty="0">
                <a:ea typeface="微軟正黑體" panose="020B0604030504040204" pitchFamily="34" charset="-120"/>
              </a:rPr>
              <a:t> </a:t>
            </a:r>
            <a:r>
              <a:rPr lang="en-US" altLang="zh-TW" sz="1200" dirty="0">
                <a:ea typeface="微軟正黑體" panose="020B0604030504040204" pitchFamily="34" charset="-120"/>
              </a:rPr>
              <a:t>https://wiki.o-ran-sc.org/display/IAT/Traffic+Steering+Flows</a:t>
            </a:r>
          </a:p>
          <a:p>
            <a:pPr marL="0" indent="0">
              <a:buNone/>
            </a:pPr>
            <a:r>
              <a:rPr lang="en-US" altLang="zh-TW" sz="1200" dirty="0">
                <a:ea typeface="微軟正黑體" panose="020B0604030504040204" pitchFamily="34" charset="-120"/>
              </a:rPr>
              <a:t>[16]</a:t>
            </a:r>
            <a:r>
              <a:rPr lang="zh-TW" altLang="en-US" sz="1200" dirty="0">
                <a:ea typeface="微軟正黑體" panose="020B0604030504040204" pitchFamily="34" charset="-120"/>
              </a:rPr>
              <a:t> </a:t>
            </a:r>
            <a:r>
              <a:rPr lang="en-US" altLang="zh-TW" sz="1200" dirty="0">
                <a:ea typeface="微軟正黑體" panose="020B0604030504040204" pitchFamily="34" charset="-120"/>
              </a:rPr>
              <a:t>https://wiki.o-ran-sc.org/display/RICP/Anomaly+Detection+Use+Case</a:t>
            </a:r>
          </a:p>
          <a:p>
            <a:pPr marL="0" indent="0">
              <a:buNone/>
            </a:pPr>
            <a:r>
              <a:rPr lang="en-US" altLang="zh-TW" sz="1200" dirty="0">
                <a:ea typeface="微軟正黑體" panose="020B0604030504040204" pitchFamily="34" charset="-120"/>
              </a:rPr>
              <a:t>[17]</a:t>
            </a:r>
            <a:r>
              <a:rPr lang="zh-TW" altLang="en-US" sz="1200" dirty="0">
                <a:ea typeface="微軟正黑體" panose="020B0604030504040204" pitchFamily="34" charset="-120"/>
              </a:rPr>
              <a:t> </a:t>
            </a:r>
            <a:r>
              <a:rPr lang="en-US" altLang="zh-TW" sz="1200" dirty="0">
                <a:ea typeface="微軟正黑體" panose="020B0604030504040204" pitchFamily="34" charset="-120"/>
              </a:rPr>
              <a:t>https://wiki.o-ran-sc.org/display/IAT/AD+xApp+Flows</a:t>
            </a:r>
          </a:p>
          <a:p>
            <a:pPr marL="0" indent="0">
              <a:buNone/>
            </a:pPr>
            <a:r>
              <a:rPr lang="en-US" altLang="zh-TW" sz="1200" dirty="0">
                <a:ea typeface="微軟正黑體" panose="020B0604030504040204" pitchFamily="34" charset="-120"/>
              </a:rPr>
              <a:t>[18] https://www.o-ran.org/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8F896-BDC7-0242-8D32-ADA2AA02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7C581C-BDE3-CC4F-A80B-C8F4E1B23B63}" type="slidenum">
              <a:rPr kumimoji="1" lang="zh-TW" altLang="en-US" smtClean="0"/>
              <a:pPr/>
              <a:t>33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03090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灰階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自訂 1">
      <a:majorFont>
        <a:latin typeface="Times New Roman"/>
        <a:ea typeface="Microsoft JhengHei Light"/>
        <a:cs typeface=""/>
      </a:majorFont>
      <a:minorFont>
        <a:latin typeface="Times New Roman"/>
        <a:ea typeface="Microsoft JhengHei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lnSpc>
            <a:spcPct val="80000"/>
          </a:lnSpc>
          <a:defRPr b="1" dirty="0">
            <a:latin typeface="Titillium"/>
            <a:ea typeface="Microsoft JhengHei UI" panose="020B0604030504040204" pitchFamily="34" charset="-12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創未來投影片範本1.potx" id="{D938D8CC-21C7-4C9D-9C35-6A010C37238C}" vid="{AE61D433-B35C-4FFF-AFC9-EBEE6A450E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D65E09B9B5F643864FC2052E36E6D4" ma:contentTypeVersion="16" ma:contentTypeDescription="Create a new document." ma:contentTypeScope="" ma:versionID="27a1fe2aae1d741bfc78c0ccc13ba243">
  <xsd:schema xmlns:xsd="http://www.w3.org/2001/XMLSchema" xmlns:xs="http://www.w3.org/2001/XMLSchema" xmlns:p="http://schemas.microsoft.com/office/2006/metadata/properties" xmlns:ns2="f67f0e39-e185-4e7d-887c-21bc3d38b94d" xmlns:ns3="e58a0849-a795-48cc-81f4-26f675f80237" targetNamespace="http://schemas.microsoft.com/office/2006/metadata/properties" ma:root="true" ma:fieldsID="63749ab45aac93b1c8900f3c6915c07e" ns2:_="" ns3:_="">
    <xsd:import namespace="f67f0e39-e185-4e7d-887c-21bc3d38b94d"/>
    <xsd:import namespace="e58a0849-a795-48cc-81f4-26f675f802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7f0e39-e185-4e7d-887c-21bc3d38b9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ed4e87e-4b83-477f-b64d-550340d82a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8a0849-a795-48cc-81f4-26f675f8023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555d333-94fc-4cf5-923c-0953147039f5}" ma:internalName="TaxCatchAll" ma:showField="CatchAllData" ma:web="e58a0849-a795-48cc-81f4-26f675f802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67f0e39-e185-4e7d-887c-21bc3d38b94d">
      <Terms xmlns="http://schemas.microsoft.com/office/infopath/2007/PartnerControls"/>
    </lcf76f155ced4ddcb4097134ff3c332f>
    <TaxCatchAll xmlns="e58a0849-a795-48cc-81f4-26f675f8023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D15BF5-104B-478E-97C2-B94C3848FB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7f0e39-e185-4e7d-887c-21bc3d38b94d"/>
    <ds:schemaRef ds:uri="e58a0849-a795-48cc-81f4-26f675f802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F3FC25-9EF5-46FC-804A-D6626EA21AD3}">
  <ds:schemaRefs>
    <ds:schemaRef ds:uri="http://purl.org/dc/terms/"/>
    <ds:schemaRef ds:uri="f67f0e39-e185-4e7d-887c-21bc3d38b94d"/>
    <ds:schemaRef ds:uri="http://www.w3.org/XML/1998/namespace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e58a0849-a795-48cc-81f4-26f675f80237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C4745C8-D7C9-4EDE-910E-06638E3A19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{2B943FC0-644F-4A40-825C-235B5580D340}tf10001060</Template>
  <TotalTime>44648</TotalTime>
  <Words>5199</Words>
  <Application>Microsoft Macintosh PowerPoint</Application>
  <PresentationFormat>寬螢幕</PresentationFormat>
  <Paragraphs>582</Paragraphs>
  <Slides>33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42" baseType="lpstr">
      <vt:lpstr>微軟正黑體</vt:lpstr>
      <vt:lpstr>Noto Sans TC</vt:lpstr>
      <vt:lpstr>Titillium</vt:lpstr>
      <vt:lpstr>Arial</vt:lpstr>
      <vt:lpstr>Arial Nova</vt:lpstr>
      <vt:lpstr>Calibri</vt:lpstr>
      <vt:lpstr>Calibri Light</vt:lpstr>
      <vt:lpstr>Times New Roman</vt:lpstr>
      <vt:lpstr>Office 佈景主題</vt:lpstr>
      <vt:lpstr>Outline</vt:lpstr>
      <vt:lpstr>Outline</vt:lpstr>
      <vt:lpstr>Introduction (1/14)</vt:lpstr>
      <vt:lpstr>Introduction (2/14)</vt:lpstr>
      <vt:lpstr>Introduction (3/14)</vt:lpstr>
      <vt:lpstr>Introduction (4/14)</vt:lpstr>
      <vt:lpstr>Introduction (5/14)</vt:lpstr>
      <vt:lpstr>Introduction (6/14)</vt:lpstr>
      <vt:lpstr>Introduction (7/14)</vt:lpstr>
      <vt:lpstr>Introduction (8/14)</vt:lpstr>
      <vt:lpstr>Introduction (9/14)</vt:lpstr>
      <vt:lpstr>Introduction (10/14)</vt:lpstr>
      <vt:lpstr>Introduction (11/14)</vt:lpstr>
      <vt:lpstr>Introduction (12/14)</vt:lpstr>
      <vt:lpstr>Introduction (13/14)</vt:lpstr>
      <vt:lpstr>Introduction (14/14)</vt:lpstr>
      <vt:lpstr>Outline</vt:lpstr>
      <vt:lpstr>Install k8s, helm, and docker (1/2)</vt:lpstr>
      <vt:lpstr>Install k8s, helm, and docker (2/2)</vt:lpstr>
      <vt:lpstr>Install Near-RT RIC (1/2)</vt:lpstr>
      <vt:lpstr>Install Near-RT RIC (2/2)</vt:lpstr>
      <vt:lpstr>Install Non-RT RIC</vt:lpstr>
      <vt:lpstr>Anomaly Detection Use Case (1/9)</vt:lpstr>
      <vt:lpstr>Anomaly Detection Use Case (2/9)</vt:lpstr>
      <vt:lpstr>Anomaly Detection Use Case (3/9)</vt:lpstr>
      <vt:lpstr>Anomaly Detection Use Case (4/9)</vt:lpstr>
      <vt:lpstr>Anomaly Detection Use Case (5/9)</vt:lpstr>
      <vt:lpstr>Anomaly Detection Use Case (6/9)</vt:lpstr>
      <vt:lpstr>Anomaly Detection Use Case (7/9)</vt:lpstr>
      <vt:lpstr>Anomaly Detection Use Case (8/9)</vt:lpstr>
      <vt:lpstr>Anomaly Detection Use Case (9/9)</vt:lpstr>
      <vt:lpstr>Outline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yujiuwang</dc:creator>
  <cp:lastModifiedBy>賴家翔</cp:lastModifiedBy>
  <cp:revision>2415</cp:revision>
  <dcterms:created xsi:type="dcterms:W3CDTF">2019-04-14T17:51:50Z</dcterms:created>
  <dcterms:modified xsi:type="dcterms:W3CDTF">2026-07-12T06:15:25Z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0x0101004BD65E09B9B5F643864FC2052E36E6D4</vt:lpwstr>
  </property>
</Properties>
</file>